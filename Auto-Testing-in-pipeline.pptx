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4" r:id="rId4"/>
    <p:sldId id="259" r:id="rId5"/>
    <p:sldId id="260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Qo6wtKbI+gwEzJYShMr2rpyYY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659" autoAdjust="0"/>
  </p:normalViewPr>
  <p:slideViewPr>
    <p:cSldViewPr snapToGrid="0">
      <p:cViewPr varScale="1">
        <p:scale>
          <a:sx n="100" d="100"/>
          <a:sy n="100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11BBE5-413C-436E-BC03-F3A2857713D1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1965BF-63FF-4A63-A9A5-E1126B5DF85F}">
      <dgm:prSet phldrT="[Text]"/>
      <dgm:spPr/>
      <dgm:t>
        <a:bodyPr/>
        <a:lstStyle/>
        <a:p>
          <a:r>
            <a:rPr lang="en-US" dirty="0" err="1" smtClean="0"/>
            <a:t>Yêu</a:t>
          </a:r>
          <a:r>
            <a:rPr lang="en-US" dirty="0" smtClean="0"/>
            <a:t> </a:t>
          </a:r>
          <a:r>
            <a:rPr lang="en-US" dirty="0" err="1" smtClean="0"/>
            <a:t>cầu</a:t>
          </a:r>
          <a:endParaRPr lang="en-US" dirty="0"/>
        </a:p>
      </dgm:t>
    </dgm:pt>
    <dgm:pt modelId="{F46DEEF6-6E4B-4B4C-973D-284FF263E03F}" type="parTrans" cxnId="{628680FB-6766-41F2-8501-2EE8E63A25C0}">
      <dgm:prSet/>
      <dgm:spPr/>
      <dgm:t>
        <a:bodyPr/>
        <a:lstStyle/>
        <a:p>
          <a:endParaRPr lang="en-US"/>
        </a:p>
      </dgm:t>
    </dgm:pt>
    <dgm:pt modelId="{EF48F21F-4029-45CD-BB5D-F25B914E9DA5}" type="sibTrans" cxnId="{628680FB-6766-41F2-8501-2EE8E63A25C0}">
      <dgm:prSet/>
      <dgm:spPr/>
      <dgm:t>
        <a:bodyPr/>
        <a:lstStyle/>
        <a:p>
          <a:endParaRPr lang="en-US"/>
        </a:p>
      </dgm:t>
    </dgm:pt>
    <dgm:pt modelId="{24CB3F1F-CC14-473E-9E1F-010F2204F6B0}">
      <dgm:prSet phldrT="[Text]"/>
      <dgm:spPr/>
      <dgm:t>
        <a:bodyPr/>
        <a:lstStyle/>
        <a:p>
          <a:r>
            <a:rPr lang="en-US" dirty="0" err="1" smtClean="0"/>
            <a:t>Thiết</a:t>
          </a:r>
          <a:r>
            <a:rPr lang="en-US" dirty="0" smtClean="0"/>
            <a:t> </a:t>
          </a:r>
          <a:r>
            <a:rPr lang="en-US" dirty="0" err="1" smtClean="0"/>
            <a:t>kế</a:t>
          </a:r>
          <a:endParaRPr lang="en-US" dirty="0"/>
        </a:p>
      </dgm:t>
    </dgm:pt>
    <dgm:pt modelId="{E6DA6745-ABFB-4922-AEDE-33AE206B661C}" type="parTrans" cxnId="{7D95F26C-C9C6-464B-B96E-63E6F4F265B5}">
      <dgm:prSet/>
      <dgm:spPr/>
      <dgm:t>
        <a:bodyPr/>
        <a:lstStyle/>
        <a:p>
          <a:endParaRPr lang="en-US"/>
        </a:p>
      </dgm:t>
    </dgm:pt>
    <dgm:pt modelId="{1203ABEC-F85A-49A4-BED5-86C224641CC8}" type="sibTrans" cxnId="{7D95F26C-C9C6-464B-B96E-63E6F4F265B5}">
      <dgm:prSet/>
      <dgm:spPr/>
      <dgm:t>
        <a:bodyPr/>
        <a:lstStyle/>
        <a:p>
          <a:endParaRPr lang="en-US"/>
        </a:p>
      </dgm:t>
    </dgm:pt>
    <dgm:pt modelId="{AFF90AF2-8CC4-4704-8FE2-67B41E0F9A55}">
      <dgm:prSet phldrT="[Text]"/>
      <dgm:spPr/>
      <dgm:t>
        <a:bodyPr/>
        <a:lstStyle/>
        <a:p>
          <a:r>
            <a:rPr lang="en-US" dirty="0" err="1" smtClean="0"/>
            <a:t>Thi</a:t>
          </a:r>
          <a:r>
            <a:rPr lang="en-US" dirty="0" smtClean="0"/>
            <a:t> </a:t>
          </a:r>
          <a:r>
            <a:rPr lang="en-US" dirty="0" err="1" smtClean="0"/>
            <a:t>công</a:t>
          </a:r>
          <a:endParaRPr lang="en-US" dirty="0"/>
        </a:p>
      </dgm:t>
    </dgm:pt>
    <dgm:pt modelId="{91DB1235-9900-4D76-8FD2-86DFE6F7084D}" type="parTrans" cxnId="{A03F8DE0-A452-48A3-838F-F42BEE63ED82}">
      <dgm:prSet/>
      <dgm:spPr/>
      <dgm:t>
        <a:bodyPr/>
        <a:lstStyle/>
        <a:p>
          <a:endParaRPr lang="en-US"/>
        </a:p>
      </dgm:t>
    </dgm:pt>
    <dgm:pt modelId="{CC443DB7-A44D-4B22-80B6-0C1E32E33B7D}" type="sibTrans" cxnId="{A03F8DE0-A452-48A3-838F-F42BEE63ED82}">
      <dgm:prSet/>
      <dgm:spPr/>
      <dgm:t>
        <a:bodyPr/>
        <a:lstStyle/>
        <a:p>
          <a:endParaRPr lang="en-US"/>
        </a:p>
      </dgm:t>
    </dgm:pt>
    <dgm:pt modelId="{E633B0ED-A773-4C42-99A4-575F3CDDE85E}">
      <dgm:prSet phldrT="[Text]"/>
      <dgm:spPr/>
      <dgm:t>
        <a:bodyPr/>
        <a:lstStyle/>
        <a:p>
          <a:r>
            <a:rPr lang="en-US" dirty="0" err="1" smtClean="0"/>
            <a:t>Kiểm</a:t>
          </a:r>
          <a:r>
            <a:rPr lang="en-US" dirty="0" smtClean="0"/>
            <a:t> </a:t>
          </a:r>
          <a:r>
            <a:rPr lang="en-US" dirty="0" err="1" smtClean="0"/>
            <a:t>tra</a:t>
          </a:r>
          <a:endParaRPr lang="en-US" dirty="0"/>
        </a:p>
      </dgm:t>
    </dgm:pt>
    <dgm:pt modelId="{CCA0CC63-3723-486D-BB45-ACEA618B6844}" type="parTrans" cxnId="{8613D278-9F0E-43E0-8BFE-01908F03CB5B}">
      <dgm:prSet/>
      <dgm:spPr/>
      <dgm:t>
        <a:bodyPr/>
        <a:lstStyle/>
        <a:p>
          <a:endParaRPr lang="en-US"/>
        </a:p>
      </dgm:t>
    </dgm:pt>
    <dgm:pt modelId="{55F7B114-1404-4B75-8A9C-2F55CE7741B1}" type="sibTrans" cxnId="{8613D278-9F0E-43E0-8BFE-01908F03CB5B}">
      <dgm:prSet/>
      <dgm:spPr/>
      <dgm:t>
        <a:bodyPr/>
        <a:lstStyle/>
        <a:p>
          <a:endParaRPr lang="en-US"/>
        </a:p>
      </dgm:t>
    </dgm:pt>
    <dgm:pt modelId="{91CB78FD-6B8F-4A60-BCFE-611125AF0EFA}">
      <dgm:prSet phldrT="[Text]"/>
      <dgm:spPr/>
      <dgm:t>
        <a:bodyPr/>
        <a:lstStyle/>
        <a:p>
          <a:r>
            <a:rPr lang="en-US" dirty="0" err="1" smtClean="0"/>
            <a:t>Phát</a:t>
          </a:r>
          <a:r>
            <a:rPr lang="en-US" dirty="0" smtClean="0"/>
            <a:t> </a:t>
          </a:r>
          <a:r>
            <a:rPr lang="en-US" dirty="0" err="1" smtClean="0"/>
            <a:t>hành</a:t>
          </a:r>
          <a:endParaRPr lang="en-US" dirty="0"/>
        </a:p>
      </dgm:t>
    </dgm:pt>
    <dgm:pt modelId="{923D124A-D50D-4770-9851-281558C84080}" type="parTrans" cxnId="{C86419CC-B18C-4DC6-9AA3-5668C9469B83}">
      <dgm:prSet/>
      <dgm:spPr/>
      <dgm:t>
        <a:bodyPr/>
        <a:lstStyle/>
        <a:p>
          <a:endParaRPr lang="en-US"/>
        </a:p>
      </dgm:t>
    </dgm:pt>
    <dgm:pt modelId="{ABD13B5F-DB7D-48CD-BFF4-31EA4694E07A}" type="sibTrans" cxnId="{C86419CC-B18C-4DC6-9AA3-5668C9469B83}">
      <dgm:prSet/>
      <dgm:spPr/>
      <dgm:t>
        <a:bodyPr/>
        <a:lstStyle/>
        <a:p>
          <a:endParaRPr lang="en-US"/>
        </a:p>
      </dgm:t>
    </dgm:pt>
    <dgm:pt modelId="{5203D939-C304-43CE-B3F3-4CD338BC88F7}" type="pres">
      <dgm:prSet presAssocID="{3111BBE5-413C-436E-BC03-F3A2857713D1}" presName="cycle" presStyleCnt="0">
        <dgm:presLayoutVars>
          <dgm:dir/>
          <dgm:resizeHandles val="exact"/>
        </dgm:presLayoutVars>
      </dgm:prSet>
      <dgm:spPr/>
    </dgm:pt>
    <dgm:pt modelId="{B2EE1D8A-A415-46AB-836A-CEC164CDCCE1}" type="pres">
      <dgm:prSet presAssocID="{531965BF-63FF-4A63-A9A5-E1126B5DF85F}" presName="node" presStyleLbl="node1" presStyleIdx="0" presStyleCnt="5" custRadScaleRad="100387" custRadScaleInc="27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34F7C4-8D7E-4F0B-914B-5AADC82D0A67}" type="pres">
      <dgm:prSet presAssocID="{531965BF-63FF-4A63-A9A5-E1126B5DF85F}" presName="spNode" presStyleCnt="0"/>
      <dgm:spPr/>
    </dgm:pt>
    <dgm:pt modelId="{F0E3409B-A538-47AE-9280-36B473723F46}" type="pres">
      <dgm:prSet presAssocID="{EF48F21F-4029-45CD-BB5D-F25B914E9DA5}" presName="sibTrans" presStyleLbl="sibTrans1D1" presStyleIdx="0" presStyleCnt="5"/>
      <dgm:spPr/>
    </dgm:pt>
    <dgm:pt modelId="{5FB74E31-345D-4C7C-A053-4E8C911E3095}" type="pres">
      <dgm:prSet presAssocID="{24CB3F1F-CC14-473E-9E1F-010F2204F6B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F5E916-6734-488A-AFF7-2FAABE36E3BA}" type="pres">
      <dgm:prSet presAssocID="{24CB3F1F-CC14-473E-9E1F-010F2204F6B0}" presName="spNode" presStyleCnt="0"/>
      <dgm:spPr/>
    </dgm:pt>
    <dgm:pt modelId="{BEC1753D-5FDD-40AC-80DB-3192F038AC49}" type="pres">
      <dgm:prSet presAssocID="{1203ABEC-F85A-49A4-BED5-86C224641CC8}" presName="sibTrans" presStyleLbl="sibTrans1D1" presStyleIdx="1" presStyleCnt="5"/>
      <dgm:spPr/>
    </dgm:pt>
    <dgm:pt modelId="{909EE17C-3D0D-456C-862D-FCA870329E6D}" type="pres">
      <dgm:prSet presAssocID="{AFF90AF2-8CC4-4704-8FE2-67B41E0F9A5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E762D4-0CF1-41C0-BBA5-F64B7D4B112F}" type="pres">
      <dgm:prSet presAssocID="{AFF90AF2-8CC4-4704-8FE2-67B41E0F9A55}" presName="spNode" presStyleCnt="0"/>
      <dgm:spPr/>
    </dgm:pt>
    <dgm:pt modelId="{3A418A24-B1FD-4DB8-A254-0622496D05AB}" type="pres">
      <dgm:prSet presAssocID="{CC443DB7-A44D-4B22-80B6-0C1E32E33B7D}" presName="sibTrans" presStyleLbl="sibTrans1D1" presStyleIdx="2" presStyleCnt="5"/>
      <dgm:spPr/>
    </dgm:pt>
    <dgm:pt modelId="{E1037F94-10F9-4200-8717-28D230A8D0B2}" type="pres">
      <dgm:prSet presAssocID="{E633B0ED-A773-4C42-99A4-575F3CDDE85E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29B066-5804-4941-B3FE-C1E118422636}" type="pres">
      <dgm:prSet presAssocID="{E633B0ED-A773-4C42-99A4-575F3CDDE85E}" presName="spNode" presStyleCnt="0"/>
      <dgm:spPr/>
    </dgm:pt>
    <dgm:pt modelId="{D08739D4-66A8-47D4-9547-F71CB885D796}" type="pres">
      <dgm:prSet presAssocID="{55F7B114-1404-4B75-8A9C-2F55CE7741B1}" presName="sibTrans" presStyleLbl="sibTrans1D1" presStyleIdx="3" presStyleCnt="5"/>
      <dgm:spPr/>
    </dgm:pt>
    <dgm:pt modelId="{A076F128-B781-4DCD-8D71-BA4C3DA3D69C}" type="pres">
      <dgm:prSet presAssocID="{91CB78FD-6B8F-4A60-BCFE-611125AF0EF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ABA0AB-DBE0-4FD1-83E1-6F32F56248FC}" type="pres">
      <dgm:prSet presAssocID="{91CB78FD-6B8F-4A60-BCFE-611125AF0EFA}" presName="spNode" presStyleCnt="0"/>
      <dgm:spPr/>
    </dgm:pt>
    <dgm:pt modelId="{58DC5D7C-C656-4571-BFB2-71B304BF47C7}" type="pres">
      <dgm:prSet presAssocID="{ABD13B5F-DB7D-48CD-BFF4-31EA4694E07A}" presName="sibTrans" presStyleLbl="sibTrans1D1" presStyleIdx="4" presStyleCnt="5"/>
      <dgm:spPr/>
    </dgm:pt>
  </dgm:ptLst>
  <dgm:cxnLst>
    <dgm:cxn modelId="{325E9B4D-7FCA-4B79-8C62-4D1D43009B3A}" type="presOf" srcId="{CC443DB7-A44D-4B22-80B6-0C1E32E33B7D}" destId="{3A418A24-B1FD-4DB8-A254-0622496D05AB}" srcOrd="0" destOrd="0" presId="urn:microsoft.com/office/officeart/2005/8/layout/cycle5"/>
    <dgm:cxn modelId="{628680FB-6766-41F2-8501-2EE8E63A25C0}" srcId="{3111BBE5-413C-436E-BC03-F3A2857713D1}" destId="{531965BF-63FF-4A63-A9A5-E1126B5DF85F}" srcOrd="0" destOrd="0" parTransId="{F46DEEF6-6E4B-4B4C-973D-284FF263E03F}" sibTransId="{EF48F21F-4029-45CD-BB5D-F25B914E9DA5}"/>
    <dgm:cxn modelId="{A6CBDEEB-32E5-43CD-8149-261BBC68385D}" type="presOf" srcId="{E633B0ED-A773-4C42-99A4-575F3CDDE85E}" destId="{E1037F94-10F9-4200-8717-28D230A8D0B2}" srcOrd="0" destOrd="0" presId="urn:microsoft.com/office/officeart/2005/8/layout/cycle5"/>
    <dgm:cxn modelId="{14DE2F67-BEAE-4DB7-B400-526D4DDEBB7E}" type="presOf" srcId="{ABD13B5F-DB7D-48CD-BFF4-31EA4694E07A}" destId="{58DC5D7C-C656-4571-BFB2-71B304BF47C7}" srcOrd="0" destOrd="0" presId="urn:microsoft.com/office/officeart/2005/8/layout/cycle5"/>
    <dgm:cxn modelId="{E3604952-653F-49ED-BB20-11891F433F68}" type="presOf" srcId="{AFF90AF2-8CC4-4704-8FE2-67B41E0F9A55}" destId="{909EE17C-3D0D-456C-862D-FCA870329E6D}" srcOrd="0" destOrd="0" presId="urn:microsoft.com/office/officeart/2005/8/layout/cycle5"/>
    <dgm:cxn modelId="{29EE6FFC-43C1-45EE-A5AD-75B450B3C00F}" type="presOf" srcId="{1203ABEC-F85A-49A4-BED5-86C224641CC8}" destId="{BEC1753D-5FDD-40AC-80DB-3192F038AC49}" srcOrd="0" destOrd="0" presId="urn:microsoft.com/office/officeart/2005/8/layout/cycle5"/>
    <dgm:cxn modelId="{67141C7E-1FCA-4BA1-81EC-EDF365FFC6B5}" type="presOf" srcId="{3111BBE5-413C-436E-BC03-F3A2857713D1}" destId="{5203D939-C304-43CE-B3F3-4CD338BC88F7}" srcOrd="0" destOrd="0" presId="urn:microsoft.com/office/officeart/2005/8/layout/cycle5"/>
    <dgm:cxn modelId="{FE3576DE-1519-4A52-BE02-3CAA1C345B6D}" type="presOf" srcId="{91CB78FD-6B8F-4A60-BCFE-611125AF0EFA}" destId="{A076F128-B781-4DCD-8D71-BA4C3DA3D69C}" srcOrd="0" destOrd="0" presId="urn:microsoft.com/office/officeart/2005/8/layout/cycle5"/>
    <dgm:cxn modelId="{4C129EC0-5D55-486C-B42D-8E12C2FBC76E}" type="presOf" srcId="{531965BF-63FF-4A63-A9A5-E1126B5DF85F}" destId="{B2EE1D8A-A415-46AB-836A-CEC164CDCCE1}" srcOrd="0" destOrd="0" presId="urn:microsoft.com/office/officeart/2005/8/layout/cycle5"/>
    <dgm:cxn modelId="{C86419CC-B18C-4DC6-9AA3-5668C9469B83}" srcId="{3111BBE5-413C-436E-BC03-F3A2857713D1}" destId="{91CB78FD-6B8F-4A60-BCFE-611125AF0EFA}" srcOrd="4" destOrd="0" parTransId="{923D124A-D50D-4770-9851-281558C84080}" sibTransId="{ABD13B5F-DB7D-48CD-BFF4-31EA4694E07A}"/>
    <dgm:cxn modelId="{A03F8DE0-A452-48A3-838F-F42BEE63ED82}" srcId="{3111BBE5-413C-436E-BC03-F3A2857713D1}" destId="{AFF90AF2-8CC4-4704-8FE2-67B41E0F9A55}" srcOrd="2" destOrd="0" parTransId="{91DB1235-9900-4D76-8FD2-86DFE6F7084D}" sibTransId="{CC443DB7-A44D-4B22-80B6-0C1E32E33B7D}"/>
    <dgm:cxn modelId="{71CAA015-1589-4F30-A022-B65B75F0D40C}" type="presOf" srcId="{EF48F21F-4029-45CD-BB5D-F25B914E9DA5}" destId="{F0E3409B-A538-47AE-9280-36B473723F46}" srcOrd="0" destOrd="0" presId="urn:microsoft.com/office/officeart/2005/8/layout/cycle5"/>
    <dgm:cxn modelId="{7D95F26C-C9C6-464B-B96E-63E6F4F265B5}" srcId="{3111BBE5-413C-436E-BC03-F3A2857713D1}" destId="{24CB3F1F-CC14-473E-9E1F-010F2204F6B0}" srcOrd="1" destOrd="0" parTransId="{E6DA6745-ABFB-4922-AEDE-33AE206B661C}" sibTransId="{1203ABEC-F85A-49A4-BED5-86C224641CC8}"/>
    <dgm:cxn modelId="{3E885824-ABE8-4AE9-9A38-3B50612E869C}" type="presOf" srcId="{55F7B114-1404-4B75-8A9C-2F55CE7741B1}" destId="{D08739D4-66A8-47D4-9547-F71CB885D796}" srcOrd="0" destOrd="0" presId="urn:microsoft.com/office/officeart/2005/8/layout/cycle5"/>
    <dgm:cxn modelId="{8613D278-9F0E-43E0-8BFE-01908F03CB5B}" srcId="{3111BBE5-413C-436E-BC03-F3A2857713D1}" destId="{E633B0ED-A773-4C42-99A4-575F3CDDE85E}" srcOrd="3" destOrd="0" parTransId="{CCA0CC63-3723-486D-BB45-ACEA618B6844}" sibTransId="{55F7B114-1404-4B75-8A9C-2F55CE7741B1}"/>
    <dgm:cxn modelId="{DFBB0AC3-2DAA-4CE7-8897-761028C1D301}" type="presOf" srcId="{24CB3F1F-CC14-473E-9E1F-010F2204F6B0}" destId="{5FB74E31-345D-4C7C-A053-4E8C911E3095}" srcOrd="0" destOrd="0" presId="urn:microsoft.com/office/officeart/2005/8/layout/cycle5"/>
    <dgm:cxn modelId="{867E0CAB-3471-4776-B754-7FB2FE197F5D}" type="presParOf" srcId="{5203D939-C304-43CE-B3F3-4CD338BC88F7}" destId="{B2EE1D8A-A415-46AB-836A-CEC164CDCCE1}" srcOrd="0" destOrd="0" presId="urn:microsoft.com/office/officeart/2005/8/layout/cycle5"/>
    <dgm:cxn modelId="{B869BFB0-1B3E-45EA-9016-CC0B5B62BC13}" type="presParOf" srcId="{5203D939-C304-43CE-B3F3-4CD338BC88F7}" destId="{C734F7C4-8D7E-4F0B-914B-5AADC82D0A67}" srcOrd="1" destOrd="0" presId="urn:microsoft.com/office/officeart/2005/8/layout/cycle5"/>
    <dgm:cxn modelId="{0E345AF5-4A31-4B00-84B2-F16131B24BB1}" type="presParOf" srcId="{5203D939-C304-43CE-B3F3-4CD338BC88F7}" destId="{F0E3409B-A538-47AE-9280-36B473723F46}" srcOrd="2" destOrd="0" presId="urn:microsoft.com/office/officeart/2005/8/layout/cycle5"/>
    <dgm:cxn modelId="{7BD3E10B-AAB4-48F3-A381-8153A8EF2E95}" type="presParOf" srcId="{5203D939-C304-43CE-B3F3-4CD338BC88F7}" destId="{5FB74E31-345D-4C7C-A053-4E8C911E3095}" srcOrd="3" destOrd="0" presId="urn:microsoft.com/office/officeart/2005/8/layout/cycle5"/>
    <dgm:cxn modelId="{12F55A23-452F-48ED-A3E6-710309A2AC21}" type="presParOf" srcId="{5203D939-C304-43CE-B3F3-4CD338BC88F7}" destId="{05F5E916-6734-488A-AFF7-2FAABE36E3BA}" srcOrd="4" destOrd="0" presId="urn:microsoft.com/office/officeart/2005/8/layout/cycle5"/>
    <dgm:cxn modelId="{71F5155C-D58F-4F72-A79D-A98770A66720}" type="presParOf" srcId="{5203D939-C304-43CE-B3F3-4CD338BC88F7}" destId="{BEC1753D-5FDD-40AC-80DB-3192F038AC49}" srcOrd="5" destOrd="0" presId="urn:microsoft.com/office/officeart/2005/8/layout/cycle5"/>
    <dgm:cxn modelId="{1272B479-33AA-44F1-940C-C2CCD8D2CFA9}" type="presParOf" srcId="{5203D939-C304-43CE-B3F3-4CD338BC88F7}" destId="{909EE17C-3D0D-456C-862D-FCA870329E6D}" srcOrd="6" destOrd="0" presId="urn:microsoft.com/office/officeart/2005/8/layout/cycle5"/>
    <dgm:cxn modelId="{06C7BE48-D09D-4CE2-9DE6-607444D30062}" type="presParOf" srcId="{5203D939-C304-43CE-B3F3-4CD338BC88F7}" destId="{2BE762D4-0CF1-41C0-BBA5-F64B7D4B112F}" srcOrd="7" destOrd="0" presId="urn:microsoft.com/office/officeart/2005/8/layout/cycle5"/>
    <dgm:cxn modelId="{5E6B959F-7273-4575-935E-C2E4B4842AE8}" type="presParOf" srcId="{5203D939-C304-43CE-B3F3-4CD338BC88F7}" destId="{3A418A24-B1FD-4DB8-A254-0622496D05AB}" srcOrd="8" destOrd="0" presId="urn:microsoft.com/office/officeart/2005/8/layout/cycle5"/>
    <dgm:cxn modelId="{FBB32ED2-A9A6-4DA2-A4D3-E6FC02820AB9}" type="presParOf" srcId="{5203D939-C304-43CE-B3F3-4CD338BC88F7}" destId="{E1037F94-10F9-4200-8717-28D230A8D0B2}" srcOrd="9" destOrd="0" presId="urn:microsoft.com/office/officeart/2005/8/layout/cycle5"/>
    <dgm:cxn modelId="{6EC375C1-C4CF-4A54-9619-F74423A5FC7B}" type="presParOf" srcId="{5203D939-C304-43CE-B3F3-4CD338BC88F7}" destId="{5829B066-5804-4941-B3FE-C1E118422636}" srcOrd="10" destOrd="0" presId="urn:microsoft.com/office/officeart/2005/8/layout/cycle5"/>
    <dgm:cxn modelId="{AF033891-6DF2-4398-B85E-03B00DDF067C}" type="presParOf" srcId="{5203D939-C304-43CE-B3F3-4CD338BC88F7}" destId="{D08739D4-66A8-47D4-9547-F71CB885D796}" srcOrd="11" destOrd="0" presId="urn:microsoft.com/office/officeart/2005/8/layout/cycle5"/>
    <dgm:cxn modelId="{CE2C9E0E-3B25-472B-94A9-552729368731}" type="presParOf" srcId="{5203D939-C304-43CE-B3F3-4CD338BC88F7}" destId="{A076F128-B781-4DCD-8D71-BA4C3DA3D69C}" srcOrd="12" destOrd="0" presId="urn:microsoft.com/office/officeart/2005/8/layout/cycle5"/>
    <dgm:cxn modelId="{5347A3AC-327F-4362-835B-027B88D17D57}" type="presParOf" srcId="{5203D939-C304-43CE-B3F3-4CD338BC88F7}" destId="{A2ABA0AB-DBE0-4FD1-83E1-6F32F56248FC}" srcOrd="13" destOrd="0" presId="urn:microsoft.com/office/officeart/2005/8/layout/cycle5"/>
    <dgm:cxn modelId="{99EDA05F-7D4B-42E1-B5FC-6BCB288218FF}" type="presParOf" srcId="{5203D939-C304-43CE-B3F3-4CD338BC88F7}" destId="{58DC5D7C-C656-4571-BFB2-71B304BF47C7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3A2382-BF39-4678-8F76-15005DE73B25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85F342-10FF-43D0-A454-9FF25C8336B4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Design</a:t>
          </a:r>
          <a:endParaRPr lang="en-US" dirty="0"/>
        </a:p>
      </dgm:t>
    </dgm:pt>
    <dgm:pt modelId="{89EB1E13-6572-4040-8C1D-8D88A6F8D11D}" type="parTrans" cxnId="{C09B1DCD-A72B-4A8F-94DA-3EF93F580807}">
      <dgm:prSet/>
      <dgm:spPr/>
      <dgm:t>
        <a:bodyPr/>
        <a:lstStyle/>
        <a:p>
          <a:endParaRPr lang="en-US"/>
        </a:p>
      </dgm:t>
    </dgm:pt>
    <dgm:pt modelId="{D2A7A6A4-AE98-4A32-AF17-71AD61119396}" type="sibTrans" cxnId="{C09B1DCD-A72B-4A8F-94DA-3EF93F580807}">
      <dgm:prSet/>
      <dgm:spPr/>
      <dgm:t>
        <a:bodyPr/>
        <a:lstStyle/>
        <a:p>
          <a:endParaRPr lang="en-US"/>
        </a:p>
      </dgm:t>
    </dgm:pt>
    <dgm:pt modelId="{3DE7A05B-B366-47C6-A994-48ACE43DCF48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Code</a:t>
          </a:r>
          <a:endParaRPr lang="en-US" dirty="0"/>
        </a:p>
      </dgm:t>
    </dgm:pt>
    <dgm:pt modelId="{7F971207-91E6-4C4B-95B9-5826BDB6ED77}" type="parTrans" cxnId="{CE7A77E1-B0CD-4D64-B3D3-6E2F530FB99F}">
      <dgm:prSet/>
      <dgm:spPr/>
      <dgm:t>
        <a:bodyPr/>
        <a:lstStyle/>
        <a:p>
          <a:endParaRPr lang="en-US"/>
        </a:p>
      </dgm:t>
    </dgm:pt>
    <dgm:pt modelId="{261CF234-D9D6-4D81-9FFB-28012286EFF6}" type="sibTrans" cxnId="{CE7A77E1-B0CD-4D64-B3D3-6E2F530FB99F}">
      <dgm:prSet/>
      <dgm:spPr/>
      <dgm:t>
        <a:bodyPr/>
        <a:lstStyle/>
        <a:p>
          <a:endParaRPr lang="en-US"/>
        </a:p>
      </dgm:t>
    </dgm:pt>
    <dgm:pt modelId="{2C0DBF16-5183-4647-807B-2DE62FDDF9B7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Pre-Build</a:t>
          </a:r>
          <a:endParaRPr lang="en-US" dirty="0"/>
        </a:p>
      </dgm:t>
    </dgm:pt>
    <dgm:pt modelId="{A1B0AB36-4495-4230-8403-A79A21BD9CBA}" type="parTrans" cxnId="{8748361A-6292-458C-B743-1A85BA0AD26C}">
      <dgm:prSet/>
      <dgm:spPr/>
      <dgm:t>
        <a:bodyPr/>
        <a:lstStyle/>
        <a:p>
          <a:endParaRPr lang="en-US"/>
        </a:p>
      </dgm:t>
    </dgm:pt>
    <dgm:pt modelId="{73F92054-5AAF-4C2F-9957-C853373529B3}" type="sibTrans" cxnId="{8748361A-6292-458C-B743-1A85BA0AD26C}">
      <dgm:prSet/>
      <dgm:spPr/>
      <dgm:t>
        <a:bodyPr/>
        <a:lstStyle/>
        <a:p>
          <a:endParaRPr lang="en-US"/>
        </a:p>
      </dgm:t>
    </dgm:pt>
    <dgm:pt modelId="{941139BA-3990-4408-974D-0FDF2D24B730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Release</a:t>
          </a:r>
          <a:endParaRPr lang="en-US" dirty="0"/>
        </a:p>
      </dgm:t>
    </dgm:pt>
    <dgm:pt modelId="{62DCB6E2-55F7-4A07-8BBE-939C7AD27F4B}" type="parTrans" cxnId="{B508275F-DC7F-4D67-AF98-181CB76CF2A9}">
      <dgm:prSet/>
      <dgm:spPr/>
      <dgm:t>
        <a:bodyPr/>
        <a:lstStyle/>
        <a:p>
          <a:endParaRPr lang="en-US"/>
        </a:p>
      </dgm:t>
    </dgm:pt>
    <dgm:pt modelId="{8390123D-E3BA-46FF-B2AF-BD4DB6128934}" type="sibTrans" cxnId="{B508275F-DC7F-4D67-AF98-181CB76CF2A9}">
      <dgm:prSet/>
      <dgm:spPr/>
      <dgm:t>
        <a:bodyPr/>
        <a:lstStyle/>
        <a:p>
          <a:endParaRPr lang="en-US"/>
        </a:p>
      </dgm:t>
    </dgm:pt>
    <dgm:pt modelId="{B3AFC3D1-FE30-4B77-BBA8-19E59A40D4BF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Test (local)</a:t>
          </a:r>
          <a:endParaRPr lang="en-US" dirty="0"/>
        </a:p>
      </dgm:t>
    </dgm:pt>
    <dgm:pt modelId="{92B6AF5D-5824-4401-8615-EB1EF780BF73}" type="parTrans" cxnId="{7C3C0713-B3EA-47C6-AB5F-04438263176F}">
      <dgm:prSet/>
      <dgm:spPr/>
      <dgm:t>
        <a:bodyPr/>
        <a:lstStyle/>
        <a:p>
          <a:endParaRPr lang="en-US"/>
        </a:p>
      </dgm:t>
    </dgm:pt>
    <dgm:pt modelId="{4A012A05-4646-40D1-AB14-0CEC8D329F41}" type="sibTrans" cxnId="{7C3C0713-B3EA-47C6-AB5F-04438263176F}">
      <dgm:prSet/>
      <dgm:spPr/>
      <dgm:t>
        <a:bodyPr/>
        <a:lstStyle/>
        <a:p>
          <a:endParaRPr lang="en-US"/>
        </a:p>
      </dgm:t>
    </dgm:pt>
    <dgm:pt modelId="{A7DD84A4-50AD-4C39-BDD9-1CB333172954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Post-Build</a:t>
          </a:r>
          <a:endParaRPr lang="en-US" dirty="0"/>
        </a:p>
      </dgm:t>
    </dgm:pt>
    <dgm:pt modelId="{58172ADD-880C-407D-B7D4-5B6EABB15FE9}" type="parTrans" cxnId="{4B29AEE7-669A-4279-8B1E-91638605F5EC}">
      <dgm:prSet/>
      <dgm:spPr/>
      <dgm:t>
        <a:bodyPr/>
        <a:lstStyle/>
        <a:p>
          <a:endParaRPr lang="en-US"/>
        </a:p>
      </dgm:t>
    </dgm:pt>
    <dgm:pt modelId="{C81EDDF6-755C-49CE-B7FB-DF0507B4C6B0}" type="sibTrans" cxnId="{4B29AEE7-669A-4279-8B1E-91638605F5EC}">
      <dgm:prSet/>
      <dgm:spPr/>
      <dgm:t>
        <a:bodyPr/>
        <a:lstStyle/>
        <a:p>
          <a:endParaRPr lang="en-US"/>
        </a:p>
      </dgm:t>
    </dgm:pt>
    <dgm:pt modelId="{F6874337-DA90-42F2-9427-00DECCCF5CCE}">
      <dgm:prSet phldrT="[Text]"/>
      <dgm:spPr/>
      <dgm:t>
        <a:bodyPr/>
        <a:lstStyle/>
        <a:p>
          <a:r>
            <a:rPr lang="en-US" dirty="0" smtClean="0"/>
            <a:t>Deploy</a:t>
          </a:r>
          <a:endParaRPr lang="en-US" dirty="0"/>
        </a:p>
      </dgm:t>
    </dgm:pt>
    <dgm:pt modelId="{592C4DA5-59E0-4AE3-A6AC-ED2AF4B4776B}" type="parTrans" cxnId="{41CD717C-D869-4E59-8143-D0560D09317B}">
      <dgm:prSet/>
      <dgm:spPr/>
      <dgm:t>
        <a:bodyPr/>
        <a:lstStyle/>
        <a:p>
          <a:endParaRPr lang="en-US"/>
        </a:p>
      </dgm:t>
    </dgm:pt>
    <dgm:pt modelId="{1C882D58-2489-486D-9517-7B39906B9250}" type="sibTrans" cxnId="{41CD717C-D869-4E59-8143-D0560D09317B}">
      <dgm:prSet/>
      <dgm:spPr/>
      <dgm:t>
        <a:bodyPr/>
        <a:lstStyle/>
        <a:p>
          <a:endParaRPr lang="en-US"/>
        </a:p>
      </dgm:t>
    </dgm:pt>
    <dgm:pt modelId="{046920BD-FB2A-4035-8F06-095D3718A7CD}">
      <dgm:prSet phldrT="[Text]"/>
      <dgm:spPr/>
      <dgm:t>
        <a:bodyPr/>
        <a:lstStyle/>
        <a:p>
          <a:r>
            <a:rPr lang="en-US" dirty="0" smtClean="0"/>
            <a:t>Monitor</a:t>
          </a:r>
          <a:endParaRPr lang="en-US" dirty="0"/>
        </a:p>
      </dgm:t>
    </dgm:pt>
    <dgm:pt modelId="{CB80BE4B-42BD-4EB5-BECA-2CE811C0E799}" type="parTrans" cxnId="{A10E84A2-4B48-4DC0-89C0-EC0E2451048C}">
      <dgm:prSet/>
      <dgm:spPr/>
      <dgm:t>
        <a:bodyPr/>
        <a:lstStyle/>
        <a:p>
          <a:endParaRPr lang="en-US"/>
        </a:p>
      </dgm:t>
    </dgm:pt>
    <dgm:pt modelId="{70A35674-43A7-420A-87BE-29C1C5D59ACE}" type="sibTrans" cxnId="{A10E84A2-4B48-4DC0-89C0-EC0E2451048C}">
      <dgm:prSet/>
      <dgm:spPr/>
      <dgm:t>
        <a:bodyPr/>
        <a:lstStyle/>
        <a:p>
          <a:endParaRPr lang="en-US"/>
        </a:p>
      </dgm:t>
    </dgm:pt>
    <dgm:pt modelId="{3E32B671-87C1-4BC7-B1D7-85FDCFEEC75B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 smtClean="0"/>
            <a:t>Pentest</a:t>
          </a:r>
          <a:endParaRPr lang="en-US" dirty="0"/>
        </a:p>
      </dgm:t>
    </dgm:pt>
    <dgm:pt modelId="{27098558-91C2-4D65-AAE8-51A99FF4148B}" type="parTrans" cxnId="{A91D44CA-7D5D-4E49-92D4-94FCB843ECD9}">
      <dgm:prSet/>
      <dgm:spPr/>
      <dgm:t>
        <a:bodyPr/>
        <a:lstStyle/>
        <a:p>
          <a:endParaRPr lang="en-US"/>
        </a:p>
      </dgm:t>
    </dgm:pt>
    <dgm:pt modelId="{A50D1376-D908-4E49-A39D-9E8321BF4E26}" type="sibTrans" cxnId="{A91D44CA-7D5D-4E49-92D4-94FCB843ECD9}">
      <dgm:prSet/>
      <dgm:spPr/>
      <dgm:t>
        <a:bodyPr/>
        <a:lstStyle/>
        <a:p>
          <a:endParaRPr lang="en-US"/>
        </a:p>
      </dgm:t>
    </dgm:pt>
    <dgm:pt modelId="{BB097508-89B7-48B0-A3AD-7F8E8F32E441}" type="pres">
      <dgm:prSet presAssocID="{B33A2382-BF39-4678-8F76-15005DE73B25}" presName="Name0" presStyleCnt="0">
        <dgm:presLayoutVars>
          <dgm:dir/>
          <dgm:resizeHandles/>
        </dgm:presLayoutVars>
      </dgm:prSet>
      <dgm:spPr/>
    </dgm:pt>
    <dgm:pt modelId="{B8A1931F-B8F6-4217-941A-04FF85DC51B9}" type="pres">
      <dgm:prSet presAssocID="{4685F342-10FF-43D0-A454-9FF25C8336B4}" presName="compNode" presStyleCnt="0"/>
      <dgm:spPr/>
    </dgm:pt>
    <dgm:pt modelId="{B13A7742-CFBF-4C8A-9BB9-6A84DC53C377}" type="pres">
      <dgm:prSet presAssocID="{4685F342-10FF-43D0-A454-9FF25C8336B4}" presName="dummyConnPt" presStyleCnt="0"/>
      <dgm:spPr/>
    </dgm:pt>
    <dgm:pt modelId="{46F71935-594D-4BA3-AF73-79B9AA75B57D}" type="pres">
      <dgm:prSet presAssocID="{4685F342-10FF-43D0-A454-9FF25C8336B4}" presName="node" presStyleLbl="node1" presStyleIdx="0" presStyleCnt="9" custLinFactNeighborX="-849" custLinFactNeighborY="10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02C09F-4FD6-49E3-8915-A42CF51FA7EC}" type="pres">
      <dgm:prSet presAssocID="{D2A7A6A4-AE98-4A32-AF17-71AD61119396}" presName="sibTrans" presStyleLbl="bgSibTrans2D1" presStyleIdx="0" presStyleCnt="8"/>
      <dgm:spPr/>
    </dgm:pt>
    <dgm:pt modelId="{A7EB7008-7669-4B91-BBBF-999CBB463D8C}" type="pres">
      <dgm:prSet presAssocID="{3DE7A05B-B366-47C6-A994-48ACE43DCF48}" presName="compNode" presStyleCnt="0"/>
      <dgm:spPr/>
    </dgm:pt>
    <dgm:pt modelId="{E0608977-433F-43E9-9297-6B5BB375B60E}" type="pres">
      <dgm:prSet presAssocID="{3DE7A05B-B366-47C6-A994-48ACE43DCF48}" presName="dummyConnPt" presStyleCnt="0"/>
      <dgm:spPr/>
    </dgm:pt>
    <dgm:pt modelId="{37DB96B8-3D42-4101-9520-55E73157FC5D}" type="pres">
      <dgm:prSet presAssocID="{3DE7A05B-B366-47C6-A994-48ACE43DCF48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C1281F-76C1-4E2A-A260-0902AF7F58CC}" type="pres">
      <dgm:prSet presAssocID="{261CF234-D9D6-4D81-9FFB-28012286EFF6}" presName="sibTrans" presStyleLbl="bgSibTrans2D1" presStyleIdx="1" presStyleCnt="8"/>
      <dgm:spPr/>
    </dgm:pt>
    <dgm:pt modelId="{1BB8B9A8-F768-456A-9F39-AC1E76B1F28A}" type="pres">
      <dgm:prSet presAssocID="{2C0DBF16-5183-4647-807B-2DE62FDDF9B7}" presName="compNode" presStyleCnt="0"/>
      <dgm:spPr/>
    </dgm:pt>
    <dgm:pt modelId="{5013807D-200C-43AA-BCD5-36870F9745D3}" type="pres">
      <dgm:prSet presAssocID="{2C0DBF16-5183-4647-807B-2DE62FDDF9B7}" presName="dummyConnPt" presStyleCnt="0"/>
      <dgm:spPr/>
    </dgm:pt>
    <dgm:pt modelId="{04BC49E4-258A-4925-87A9-D69383D07DB0}" type="pres">
      <dgm:prSet presAssocID="{2C0DBF16-5183-4647-807B-2DE62FDDF9B7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F817CF-65BD-4B0A-BD0C-2DE2203A0DC1}" type="pres">
      <dgm:prSet presAssocID="{73F92054-5AAF-4C2F-9957-C853373529B3}" presName="sibTrans" presStyleLbl="bgSibTrans2D1" presStyleIdx="2" presStyleCnt="8"/>
      <dgm:spPr/>
    </dgm:pt>
    <dgm:pt modelId="{A44F71BE-7A3C-4DFE-AF0A-23A7F091A3C8}" type="pres">
      <dgm:prSet presAssocID="{941139BA-3990-4408-974D-0FDF2D24B730}" presName="compNode" presStyleCnt="0"/>
      <dgm:spPr/>
    </dgm:pt>
    <dgm:pt modelId="{5C01031E-0428-4C81-8C60-A6F14B545F8F}" type="pres">
      <dgm:prSet presAssocID="{941139BA-3990-4408-974D-0FDF2D24B730}" presName="dummyConnPt" presStyleCnt="0"/>
      <dgm:spPr/>
    </dgm:pt>
    <dgm:pt modelId="{AD130A90-4D49-45FB-BCBE-03601D944510}" type="pres">
      <dgm:prSet presAssocID="{941139BA-3990-4408-974D-0FDF2D24B730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144FB0-6A49-4D7C-BD79-1CD3A374FBCB}" type="pres">
      <dgm:prSet presAssocID="{8390123D-E3BA-46FF-B2AF-BD4DB6128934}" presName="sibTrans" presStyleLbl="bgSibTrans2D1" presStyleIdx="3" presStyleCnt="8"/>
      <dgm:spPr/>
    </dgm:pt>
    <dgm:pt modelId="{4BD0C8DB-4964-4684-834B-745DB2153596}" type="pres">
      <dgm:prSet presAssocID="{B3AFC3D1-FE30-4B77-BBA8-19E59A40D4BF}" presName="compNode" presStyleCnt="0"/>
      <dgm:spPr/>
    </dgm:pt>
    <dgm:pt modelId="{3FFBAFCF-49F7-4EB4-87D4-5E8B3438E8D6}" type="pres">
      <dgm:prSet presAssocID="{B3AFC3D1-FE30-4B77-BBA8-19E59A40D4BF}" presName="dummyConnPt" presStyleCnt="0"/>
      <dgm:spPr/>
    </dgm:pt>
    <dgm:pt modelId="{B8DCF26D-460E-4C25-AF5F-74659AB16DA6}" type="pres">
      <dgm:prSet presAssocID="{B3AFC3D1-FE30-4B77-BBA8-19E59A40D4BF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A4065C-790C-4A80-9E0B-0112B145A45C}" type="pres">
      <dgm:prSet presAssocID="{4A012A05-4646-40D1-AB14-0CEC8D329F41}" presName="sibTrans" presStyleLbl="bgSibTrans2D1" presStyleIdx="4" presStyleCnt="8"/>
      <dgm:spPr/>
    </dgm:pt>
    <dgm:pt modelId="{4FAABF48-141B-4DF4-A112-ABE0B463439A}" type="pres">
      <dgm:prSet presAssocID="{A7DD84A4-50AD-4C39-BDD9-1CB333172954}" presName="compNode" presStyleCnt="0"/>
      <dgm:spPr/>
    </dgm:pt>
    <dgm:pt modelId="{67605959-F611-404D-A92C-6794120EA2F2}" type="pres">
      <dgm:prSet presAssocID="{A7DD84A4-50AD-4C39-BDD9-1CB333172954}" presName="dummyConnPt" presStyleCnt="0"/>
      <dgm:spPr/>
    </dgm:pt>
    <dgm:pt modelId="{541E043A-A081-4D49-9025-294D83A6DF4A}" type="pres">
      <dgm:prSet presAssocID="{A7DD84A4-50AD-4C39-BDD9-1CB333172954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271B3E-5FBB-4FFC-911A-814B6294E503}" type="pres">
      <dgm:prSet presAssocID="{C81EDDF6-755C-49CE-B7FB-DF0507B4C6B0}" presName="sibTrans" presStyleLbl="bgSibTrans2D1" presStyleIdx="5" presStyleCnt="8"/>
      <dgm:spPr/>
    </dgm:pt>
    <dgm:pt modelId="{62827D6C-2D9D-43D0-8FFD-7892113ADB97}" type="pres">
      <dgm:prSet presAssocID="{F6874337-DA90-42F2-9427-00DECCCF5CCE}" presName="compNode" presStyleCnt="0"/>
      <dgm:spPr/>
    </dgm:pt>
    <dgm:pt modelId="{958A8907-1688-4D56-9E64-359681A083F3}" type="pres">
      <dgm:prSet presAssocID="{F6874337-DA90-42F2-9427-00DECCCF5CCE}" presName="dummyConnPt" presStyleCnt="0"/>
      <dgm:spPr/>
    </dgm:pt>
    <dgm:pt modelId="{CD8E4A3F-B029-4044-B813-97EDE1320ECE}" type="pres">
      <dgm:prSet presAssocID="{F6874337-DA90-42F2-9427-00DECCCF5CCE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E1FF0B-A971-4F33-A544-23C8F444D46B}" type="pres">
      <dgm:prSet presAssocID="{1C882D58-2489-486D-9517-7B39906B9250}" presName="sibTrans" presStyleLbl="bgSibTrans2D1" presStyleIdx="6" presStyleCnt="8"/>
      <dgm:spPr/>
    </dgm:pt>
    <dgm:pt modelId="{9BF6F492-B9CC-41F9-B329-50885BEFCFBD}" type="pres">
      <dgm:prSet presAssocID="{046920BD-FB2A-4035-8F06-095D3718A7CD}" presName="compNode" presStyleCnt="0"/>
      <dgm:spPr/>
    </dgm:pt>
    <dgm:pt modelId="{B199C205-0064-4C11-85C8-F4930B8B811E}" type="pres">
      <dgm:prSet presAssocID="{046920BD-FB2A-4035-8F06-095D3718A7CD}" presName="dummyConnPt" presStyleCnt="0"/>
      <dgm:spPr/>
    </dgm:pt>
    <dgm:pt modelId="{FF642F5C-74E2-4190-8226-B50938830450}" type="pres">
      <dgm:prSet presAssocID="{046920BD-FB2A-4035-8F06-095D3718A7CD}" presName="node" presStyleLbl="node1" presStyleIdx="7" presStyleCnt="9">
        <dgm:presLayoutVars>
          <dgm:bulletEnabled val="1"/>
        </dgm:presLayoutVars>
      </dgm:prSet>
      <dgm:spPr/>
    </dgm:pt>
    <dgm:pt modelId="{64CBD430-6319-4E92-9BDF-60545B51861F}" type="pres">
      <dgm:prSet presAssocID="{70A35674-43A7-420A-87BE-29C1C5D59ACE}" presName="sibTrans" presStyleLbl="bgSibTrans2D1" presStyleIdx="7" presStyleCnt="8"/>
      <dgm:spPr/>
    </dgm:pt>
    <dgm:pt modelId="{60BD5C1A-9C15-4988-BF15-9C4613851C5B}" type="pres">
      <dgm:prSet presAssocID="{3E32B671-87C1-4BC7-B1D7-85FDCFEEC75B}" presName="compNode" presStyleCnt="0"/>
      <dgm:spPr/>
    </dgm:pt>
    <dgm:pt modelId="{E126F623-234A-4FCB-B8B3-AB827A849C8A}" type="pres">
      <dgm:prSet presAssocID="{3E32B671-87C1-4BC7-B1D7-85FDCFEEC75B}" presName="dummyConnPt" presStyleCnt="0"/>
      <dgm:spPr/>
    </dgm:pt>
    <dgm:pt modelId="{032B2EDB-4248-4B36-AACC-D97EE06F9C56}" type="pres">
      <dgm:prSet presAssocID="{3E32B671-87C1-4BC7-B1D7-85FDCFEEC75B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B20781C-8093-4D45-942E-34EE63A5D594}" type="presOf" srcId="{A7DD84A4-50AD-4C39-BDD9-1CB333172954}" destId="{541E043A-A081-4D49-9025-294D83A6DF4A}" srcOrd="0" destOrd="0" presId="urn:microsoft.com/office/officeart/2005/8/layout/bProcess4"/>
    <dgm:cxn modelId="{C1ED9E9C-9308-440C-9977-80B6A196EFC8}" type="presOf" srcId="{941139BA-3990-4408-974D-0FDF2D24B730}" destId="{AD130A90-4D49-45FB-BCBE-03601D944510}" srcOrd="0" destOrd="0" presId="urn:microsoft.com/office/officeart/2005/8/layout/bProcess4"/>
    <dgm:cxn modelId="{2E5A6D42-2E2B-4ACD-86DF-C041E2B634E3}" type="presOf" srcId="{73F92054-5AAF-4C2F-9957-C853373529B3}" destId="{35F817CF-65BD-4B0A-BD0C-2DE2203A0DC1}" srcOrd="0" destOrd="0" presId="urn:microsoft.com/office/officeart/2005/8/layout/bProcess4"/>
    <dgm:cxn modelId="{7C3C0713-B3EA-47C6-AB5F-04438263176F}" srcId="{B33A2382-BF39-4678-8F76-15005DE73B25}" destId="{B3AFC3D1-FE30-4B77-BBA8-19E59A40D4BF}" srcOrd="4" destOrd="0" parTransId="{92B6AF5D-5824-4401-8615-EB1EF780BF73}" sibTransId="{4A012A05-4646-40D1-AB14-0CEC8D329F41}"/>
    <dgm:cxn modelId="{2A385A25-71E2-4B97-9420-31B5E20693A8}" type="presOf" srcId="{046920BD-FB2A-4035-8F06-095D3718A7CD}" destId="{FF642F5C-74E2-4190-8226-B50938830450}" srcOrd="0" destOrd="0" presId="urn:microsoft.com/office/officeart/2005/8/layout/bProcess4"/>
    <dgm:cxn modelId="{A91D44CA-7D5D-4E49-92D4-94FCB843ECD9}" srcId="{B33A2382-BF39-4678-8F76-15005DE73B25}" destId="{3E32B671-87C1-4BC7-B1D7-85FDCFEEC75B}" srcOrd="8" destOrd="0" parTransId="{27098558-91C2-4D65-AAE8-51A99FF4148B}" sibTransId="{A50D1376-D908-4E49-A39D-9E8321BF4E26}"/>
    <dgm:cxn modelId="{C3ABA64E-A91B-4128-8983-B071768232DC}" type="presOf" srcId="{C81EDDF6-755C-49CE-B7FB-DF0507B4C6B0}" destId="{E8271B3E-5FBB-4FFC-911A-814B6294E503}" srcOrd="0" destOrd="0" presId="urn:microsoft.com/office/officeart/2005/8/layout/bProcess4"/>
    <dgm:cxn modelId="{4B29AEE7-669A-4279-8B1E-91638605F5EC}" srcId="{B33A2382-BF39-4678-8F76-15005DE73B25}" destId="{A7DD84A4-50AD-4C39-BDD9-1CB333172954}" srcOrd="5" destOrd="0" parTransId="{58172ADD-880C-407D-B7D4-5B6EABB15FE9}" sibTransId="{C81EDDF6-755C-49CE-B7FB-DF0507B4C6B0}"/>
    <dgm:cxn modelId="{AC495042-A21D-43CC-A5B9-1FFFDF3CFDA4}" type="presOf" srcId="{3DE7A05B-B366-47C6-A994-48ACE43DCF48}" destId="{37DB96B8-3D42-4101-9520-55E73157FC5D}" srcOrd="0" destOrd="0" presId="urn:microsoft.com/office/officeart/2005/8/layout/bProcess4"/>
    <dgm:cxn modelId="{8EBD0288-DB1C-4936-ACCE-DC275E2A170B}" type="presOf" srcId="{8390123D-E3BA-46FF-B2AF-BD4DB6128934}" destId="{15144FB0-6A49-4D7C-BD79-1CD3A374FBCB}" srcOrd="0" destOrd="0" presId="urn:microsoft.com/office/officeart/2005/8/layout/bProcess4"/>
    <dgm:cxn modelId="{A1825B16-4BC0-48F3-B02A-D9674B073AE0}" type="presOf" srcId="{70A35674-43A7-420A-87BE-29C1C5D59ACE}" destId="{64CBD430-6319-4E92-9BDF-60545B51861F}" srcOrd="0" destOrd="0" presId="urn:microsoft.com/office/officeart/2005/8/layout/bProcess4"/>
    <dgm:cxn modelId="{A10E84A2-4B48-4DC0-89C0-EC0E2451048C}" srcId="{B33A2382-BF39-4678-8F76-15005DE73B25}" destId="{046920BD-FB2A-4035-8F06-095D3718A7CD}" srcOrd="7" destOrd="0" parTransId="{CB80BE4B-42BD-4EB5-BECA-2CE811C0E799}" sibTransId="{70A35674-43A7-420A-87BE-29C1C5D59ACE}"/>
    <dgm:cxn modelId="{DBA49147-40E1-4173-B96E-DFC2DE80D67A}" type="presOf" srcId="{B33A2382-BF39-4678-8F76-15005DE73B25}" destId="{BB097508-89B7-48B0-A3AD-7F8E8F32E441}" srcOrd="0" destOrd="0" presId="urn:microsoft.com/office/officeart/2005/8/layout/bProcess4"/>
    <dgm:cxn modelId="{5AAFC212-AF3F-4CFC-A7F4-A1C48BDDD72F}" type="presOf" srcId="{1C882D58-2489-486D-9517-7B39906B9250}" destId="{D3E1FF0B-A971-4F33-A544-23C8F444D46B}" srcOrd="0" destOrd="0" presId="urn:microsoft.com/office/officeart/2005/8/layout/bProcess4"/>
    <dgm:cxn modelId="{BF3C11D7-D70C-4633-B4D6-DC92746717C3}" type="presOf" srcId="{B3AFC3D1-FE30-4B77-BBA8-19E59A40D4BF}" destId="{B8DCF26D-460E-4C25-AF5F-74659AB16DA6}" srcOrd="0" destOrd="0" presId="urn:microsoft.com/office/officeart/2005/8/layout/bProcess4"/>
    <dgm:cxn modelId="{B508275F-DC7F-4D67-AF98-181CB76CF2A9}" srcId="{B33A2382-BF39-4678-8F76-15005DE73B25}" destId="{941139BA-3990-4408-974D-0FDF2D24B730}" srcOrd="3" destOrd="0" parTransId="{62DCB6E2-55F7-4A07-8BBE-939C7AD27F4B}" sibTransId="{8390123D-E3BA-46FF-B2AF-BD4DB6128934}"/>
    <dgm:cxn modelId="{C09B1DCD-A72B-4A8F-94DA-3EF93F580807}" srcId="{B33A2382-BF39-4678-8F76-15005DE73B25}" destId="{4685F342-10FF-43D0-A454-9FF25C8336B4}" srcOrd="0" destOrd="0" parTransId="{89EB1E13-6572-4040-8C1D-8D88A6F8D11D}" sibTransId="{D2A7A6A4-AE98-4A32-AF17-71AD61119396}"/>
    <dgm:cxn modelId="{A2C97A31-2300-4DA6-A6DA-5972652AD5ED}" type="presOf" srcId="{261CF234-D9D6-4D81-9FFB-28012286EFF6}" destId="{4DC1281F-76C1-4E2A-A260-0902AF7F58CC}" srcOrd="0" destOrd="0" presId="urn:microsoft.com/office/officeart/2005/8/layout/bProcess4"/>
    <dgm:cxn modelId="{798938FB-A188-443A-8268-FCBC9FB09152}" type="presOf" srcId="{2C0DBF16-5183-4647-807B-2DE62FDDF9B7}" destId="{04BC49E4-258A-4925-87A9-D69383D07DB0}" srcOrd="0" destOrd="0" presId="urn:microsoft.com/office/officeart/2005/8/layout/bProcess4"/>
    <dgm:cxn modelId="{5165708D-78ED-446B-95EE-69356C7A76B5}" type="presOf" srcId="{D2A7A6A4-AE98-4A32-AF17-71AD61119396}" destId="{BD02C09F-4FD6-49E3-8915-A42CF51FA7EC}" srcOrd="0" destOrd="0" presId="urn:microsoft.com/office/officeart/2005/8/layout/bProcess4"/>
    <dgm:cxn modelId="{56D1B40B-0E17-40F5-B021-1B8E408AA970}" type="presOf" srcId="{3E32B671-87C1-4BC7-B1D7-85FDCFEEC75B}" destId="{032B2EDB-4248-4B36-AACC-D97EE06F9C56}" srcOrd="0" destOrd="0" presId="urn:microsoft.com/office/officeart/2005/8/layout/bProcess4"/>
    <dgm:cxn modelId="{6EF5ED96-0858-4E44-AEFB-5D84BE936BCE}" type="presOf" srcId="{F6874337-DA90-42F2-9427-00DECCCF5CCE}" destId="{CD8E4A3F-B029-4044-B813-97EDE1320ECE}" srcOrd="0" destOrd="0" presId="urn:microsoft.com/office/officeart/2005/8/layout/bProcess4"/>
    <dgm:cxn modelId="{CE7A77E1-B0CD-4D64-B3D3-6E2F530FB99F}" srcId="{B33A2382-BF39-4678-8F76-15005DE73B25}" destId="{3DE7A05B-B366-47C6-A994-48ACE43DCF48}" srcOrd="1" destOrd="0" parTransId="{7F971207-91E6-4C4B-95B9-5826BDB6ED77}" sibTransId="{261CF234-D9D6-4D81-9FFB-28012286EFF6}"/>
    <dgm:cxn modelId="{E1181169-EA9C-4C3E-BB0D-D2732859951A}" type="presOf" srcId="{4A012A05-4646-40D1-AB14-0CEC8D329F41}" destId="{8BA4065C-790C-4A80-9E0B-0112B145A45C}" srcOrd="0" destOrd="0" presId="urn:microsoft.com/office/officeart/2005/8/layout/bProcess4"/>
    <dgm:cxn modelId="{41CD717C-D869-4E59-8143-D0560D09317B}" srcId="{B33A2382-BF39-4678-8F76-15005DE73B25}" destId="{F6874337-DA90-42F2-9427-00DECCCF5CCE}" srcOrd="6" destOrd="0" parTransId="{592C4DA5-59E0-4AE3-A6AC-ED2AF4B4776B}" sibTransId="{1C882D58-2489-486D-9517-7B39906B9250}"/>
    <dgm:cxn modelId="{8748361A-6292-458C-B743-1A85BA0AD26C}" srcId="{B33A2382-BF39-4678-8F76-15005DE73B25}" destId="{2C0DBF16-5183-4647-807B-2DE62FDDF9B7}" srcOrd="2" destOrd="0" parTransId="{A1B0AB36-4495-4230-8403-A79A21BD9CBA}" sibTransId="{73F92054-5AAF-4C2F-9957-C853373529B3}"/>
    <dgm:cxn modelId="{9FE28D2B-66F1-4F2C-B30F-54F0153D7844}" type="presOf" srcId="{4685F342-10FF-43D0-A454-9FF25C8336B4}" destId="{46F71935-594D-4BA3-AF73-79B9AA75B57D}" srcOrd="0" destOrd="0" presId="urn:microsoft.com/office/officeart/2005/8/layout/bProcess4"/>
    <dgm:cxn modelId="{D0A70C9C-801E-4902-93B5-1356E3840AF5}" type="presParOf" srcId="{BB097508-89B7-48B0-A3AD-7F8E8F32E441}" destId="{B8A1931F-B8F6-4217-941A-04FF85DC51B9}" srcOrd="0" destOrd="0" presId="urn:microsoft.com/office/officeart/2005/8/layout/bProcess4"/>
    <dgm:cxn modelId="{76A00228-475C-485A-9F67-A0C59D04B686}" type="presParOf" srcId="{B8A1931F-B8F6-4217-941A-04FF85DC51B9}" destId="{B13A7742-CFBF-4C8A-9BB9-6A84DC53C377}" srcOrd="0" destOrd="0" presId="urn:microsoft.com/office/officeart/2005/8/layout/bProcess4"/>
    <dgm:cxn modelId="{74682B79-2C14-4BE0-B397-3E0C72C8A91F}" type="presParOf" srcId="{B8A1931F-B8F6-4217-941A-04FF85DC51B9}" destId="{46F71935-594D-4BA3-AF73-79B9AA75B57D}" srcOrd="1" destOrd="0" presId="urn:microsoft.com/office/officeart/2005/8/layout/bProcess4"/>
    <dgm:cxn modelId="{F111989D-EFBE-4FDE-BDCD-40F3A667D1F0}" type="presParOf" srcId="{BB097508-89B7-48B0-A3AD-7F8E8F32E441}" destId="{BD02C09F-4FD6-49E3-8915-A42CF51FA7EC}" srcOrd="1" destOrd="0" presId="urn:microsoft.com/office/officeart/2005/8/layout/bProcess4"/>
    <dgm:cxn modelId="{FE92D2F2-BAA1-4211-BCD7-CF9A5C4039F7}" type="presParOf" srcId="{BB097508-89B7-48B0-A3AD-7F8E8F32E441}" destId="{A7EB7008-7669-4B91-BBBF-999CBB463D8C}" srcOrd="2" destOrd="0" presId="urn:microsoft.com/office/officeart/2005/8/layout/bProcess4"/>
    <dgm:cxn modelId="{D9644D1E-6A46-4804-833F-CAA99299084B}" type="presParOf" srcId="{A7EB7008-7669-4B91-BBBF-999CBB463D8C}" destId="{E0608977-433F-43E9-9297-6B5BB375B60E}" srcOrd="0" destOrd="0" presId="urn:microsoft.com/office/officeart/2005/8/layout/bProcess4"/>
    <dgm:cxn modelId="{B76B0A21-A7DF-43CB-B7D3-EB408C59336C}" type="presParOf" srcId="{A7EB7008-7669-4B91-BBBF-999CBB463D8C}" destId="{37DB96B8-3D42-4101-9520-55E73157FC5D}" srcOrd="1" destOrd="0" presId="urn:microsoft.com/office/officeart/2005/8/layout/bProcess4"/>
    <dgm:cxn modelId="{E59885BD-A06A-4412-9129-0974F8D7CD56}" type="presParOf" srcId="{BB097508-89B7-48B0-A3AD-7F8E8F32E441}" destId="{4DC1281F-76C1-4E2A-A260-0902AF7F58CC}" srcOrd="3" destOrd="0" presId="urn:microsoft.com/office/officeart/2005/8/layout/bProcess4"/>
    <dgm:cxn modelId="{1051CF02-5F0F-4194-927D-440F20894A11}" type="presParOf" srcId="{BB097508-89B7-48B0-A3AD-7F8E8F32E441}" destId="{1BB8B9A8-F768-456A-9F39-AC1E76B1F28A}" srcOrd="4" destOrd="0" presId="urn:microsoft.com/office/officeart/2005/8/layout/bProcess4"/>
    <dgm:cxn modelId="{CF3D43EB-A261-4A21-8558-D1375D1C24B9}" type="presParOf" srcId="{1BB8B9A8-F768-456A-9F39-AC1E76B1F28A}" destId="{5013807D-200C-43AA-BCD5-36870F9745D3}" srcOrd="0" destOrd="0" presId="urn:microsoft.com/office/officeart/2005/8/layout/bProcess4"/>
    <dgm:cxn modelId="{710D9D64-2152-47E3-BBAB-44966ED54886}" type="presParOf" srcId="{1BB8B9A8-F768-456A-9F39-AC1E76B1F28A}" destId="{04BC49E4-258A-4925-87A9-D69383D07DB0}" srcOrd="1" destOrd="0" presId="urn:microsoft.com/office/officeart/2005/8/layout/bProcess4"/>
    <dgm:cxn modelId="{F1E44023-4197-4A24-B10B-CF6C2F2F0906}" type="presParOf" srcId="{BB097508-89B7-48B0-A3AD-7F8E8F32E441}" destId="{35F817CF-65BD-4B0A-BD0C-2DE2203A0DC1}" srcOrd="5" destOrd="0" presId="urn:microsoft.com/office/officeart/2005/8/layout/bProcess4"/>
    <dgm:cxn modelId="{B6442483-664F-43B8-931E-EE4A74C97100}" type="presParOf" srcId="{BB097508-89B7-48B0-A3AD-7F8E8F32E441}" destId="{A44F71BE-7A3C-4DFE-AF0A-23A7F091A3C8}" srcOrd="6" destOrd="0" presId="urn:microsoft.com/office/officeart/2005/8/layout/bProcess4"/>
    <dgm:cxn modelId="{99FAA485-4367-43EA-B2C5-F349C6112243}" type="presParOf" srcId="{A44F71BE-7A3C-4DFE-AF0A-23A7F091A3C8}" destId="{5C01031E-0428-4C81-8C60-A6F14B545F8F}" srcOrd="0" destOrd="0" presId="urn:microsoft.com/office/officeart/2005/8/layout/bProcess4"/>
    <dgm:cxn modelId="{215364EB-B3FF-45EE-8FE2-60D597CD6349}" type="presParOf" srcId="{A44F71BE-7A3C-4DFE-AF0A-23A7F091A3C8}" destId="{AD130A90-4D49-45FB-BCBE-03601D944510}" srcOrd="1" destOrd="0" presId="urn:microsoft.com/office/officeart/2005/8/layout/bProcess4"/>
    <dgm:cxn modelId="{ADAD5DB9-513A-4709-97D1-3C709A83F99E}" type="presParOf" srcId="{BB097508-89B7-48B0-A3AD-7F8E8F32E441}" destId="{15144FB0-6A49-4D7C-BD79-1CD3A374FBCB}" srcOrd="7" destOrd="0" presId="urn:microsoft.com/office/officeart/2005/8/layout/bProcess4"/>
    <dgm:cxn modelId="{F3058B0A-B5E8-472A-AB7D-64E6F8ED898B}" type="presParOf" srcId="{BB097508-89B7-48B0-A3AD-7F8E8F32E441}" destId="{4BD0C8DB-4964-4684-834B-745DB2153596}" srcOrd="8" destOrd="0" presId="urn:microsoft.com/office/officeart/2005/8/layout/bProcess4"/>
    <dgm:cxn modelId="{05954D90-435E-4B1C-8AB1-83B47705F04A}" type="presParOf" srcId="{4BD0C8DB-4964-4684-834B-745DB2153596}" destId="{3FFBAFCF-49F7-4EB4-87D4-5E8B3438E8D6}" srcOrd="0" destOrd="0" presId="urn:microsoft.com/office/officeart/2005/8/layout/bProcess4"/>
    <dgm:cxn modelId="{F8A8F96C-A778-482D-A7EA-12054AD84073}" type="presParOf" srcId="{4BD0C8DB-4964-4684-834B-745DB2153596}" destId="{B8DCF26D-460E-4C25-AF5F-74659AB16DA6}" srcOrd="1" destOrd="0" presId="urn:microsoft.com/office/officeart/2005/8/layout/bProcess4"/>
    <dgm:cxn modelId="{4133F21A-1245-42E9-8FDF-E6061A1351F5}" type="presParOf" srcId="{BB097508-89B7-48B0-A3AD-7F8E8F32E441}" destId="{8BA4065C-790C-4A80-9E0B-0112B145A45C}" srcOrd="9" destOrd="0" presId="urn:microsoft.com/office/officeart/2005/8/layout/bProcess4"/>
    <dgm:cxn modelId="{A0F941BE-7B3E-4C30-A861-E9A1729DDF70}" type="presParOf" srcId="{BB097508-89B7-48B0-A3AD-7F8E8F32E441}" destId="{4FAABF48-141B-4DF4-A112-ABE0B463439A}" srcOrd="10" destOrd="0" presId="urn:microsoft.com/office/officeart/2005/8/layout/bProcess4"/>
    <dgm:cxn modelId="{E1538AC1-8144-4FB5-AD6A-3670CCD2FEC3}" type="presParOf" srcId="{4FAABF48-141B-4DF4-A112-ABE0B463439A}" destId="{67605959-F611-404D-A92C-6794120EA2F2}" srcOrd="0" destOrd="0" presId="urn:microsoft.com/office/officeart/2005/8/layout/bProcess4"/>
    <dgm:cxn modelId="{AFF22157-CA5A-4A21-ACCC-92B8B5374A3B}" type="presParOf" srcId="{4FAABF48-141B-4DF4-A112-ABE0B463439A}" destId="{541E043A-A081-4D49-9025-294D83A6DF4A}" srcOrd="1" destOrd="0" presId="urn:microsoft.com/office/officeart/2005/8/layout/bProcess4"/>
    <dgm:cxn modelId="{0323C7C2-2DA4-4D00-8FE6-C408D3D4E04A}" type="presParOf" srcId="{BB097508-89B7-48B0-A3AD-7F8E8F32E441}" destId="{E8271B3E-5FBB-4FFC-911A-814B6294E503}" srcOrd="11" destOrd="0" presId="urn:microsoft.com/office/officeart/2005/8/layout/bProcess4"/>
    <dgm:cxn modelId="{34C1E505-545E-43CA-B917-07A20DE875D5}" type="presParOf" srcId="{BB097508-89B7-48B0-A3AD-7F8E8F32E441}" destId="{62827D6C-2D9D-43D0-8FFD-7892113ADB97}" srcOrd="12" destOrd="0" presId="urn:microsoft.com/office/officeart/2005/8/layout/bProcess4"/>
    <dgm:cxn modelId="{5D2FD72D-B3B9-4716-8B4F-4F26F829BDD2}" type="presParOf" srcId="{62827D6C-2D9D-43D0-8FFD-7892113ADB97}" destId="{958A8907-1688-4D56-9E64-359681A083F3}" srcOrd="0" destOrd="0" presId="urn:microsoft.com/office/officeart/2005/8/layout/bProcess4"/>
    <dgm:cxn modelId="{640F0DD4-34EB-44F9-80DC-234184CEC127}" type="presParOf" srcId="{62827D6C-2D9D-43D0-8FFD-7892113ADB97}" destId="{CD8E4A3F-B029-4044-B813-97EDE1320ECE}" srcOrd="1" destOrd="0" presId="urn:microsoft.com/office/officeart/2005/8/layout/bProcess4"/>
    <dgm:cxn modelId="{26E7B9EC-F2D3-4D20-8B78-4626E6CF95C2}" type="presParOf" srcId="{BB097508-89B7-48B0-A3AD-7F8E8F32E441}" destId="{D3E1FF0B-A971-4F33-A544-23C8F444D46B}" srcOrd="13" destOrd="0" presId="urn:microsoft.com/office/officeart/2005/8/layout/bProcess4"/>
    <dgm:cxn modelId="{B5BD50A7-0716-4391-8B78-51B31670681B}" type="presParOf" srcId="{BB097508-89B7-48B0-A3AD-7F8E8F32E441}" destId="{9BF6F492-B9CC-41F9-B329-50885BEFCFBD}" srcOrd="14" destOrd="0" presId="urn:microsoft.com/office/officeart/2005/8/layout/bProcess4"/>
    <dgm:cxn modelId="{0F69B950-BD96-484E-86B3-F193848A7846}" type="presParOf" srcId="{9BF6F492-B9CC-41F9-B329-50885BEFCFBD}" destId="{B199C205-0064-4C11-85C8-F4930B8B811E}" srcOrd="0" destOrd="0" presId="urn:microsoft.com/office/officeart/2005/8/layout/bProcess4"/>
    <dgm:cxn modelId="{A04E37D4-6E0F-4AD0-B25F-88D6B9EA0D4B}" type="presParOf" srcId="{9BF6F492-B9CC-41F9-B329-50885BEFCFBD}" destId="{FF642F5C-74E2-4190-8226-B50938830450}" srcOrd="1" destOrd="0" presId="urn:microsoft.com/office/officeart/2005/8/layout/bProcess4"/>
    <dgm:cxn modelId="{B03FEC5C-E975-4154-AFED-50176166C0B6}" type="presParOf" srcId="{BB097508-89B7-48B0-A3AD-7F8E8F32E441}" destId="{64CBD430-6319-4E92-9BDF-60545B51861F}" srcOrd="15" destOrd="0" presId="urn:microsoft.com/office/officeart/2005/8/layout/bProcess4"/>
    <dgm:cxn modelId="{449F57D3-98F7-47AB-AF3A-CDA29CEB8C2D}" type="presParOf" srcId="{BB097508-89B7-48B0-A3AD-7F8E8F32E441}" destId="{60BD5C1A-9C15-4988-BF15-9C4613851C5B}" srcOrd="16" destOrd="0" presId="urn:microsoft.com/office/officeart/2005/8/layout/bProcess4"/>
    <dgm:cxn modelId="{C7A1DDDF-0849-4A9D-9949-D8983F598CB1}" type="presParOf" srcId="{60BD5C1A-9C15-4988-BF15-9C4613851C5B}" destId="{E126F623-234A-4FCB-B8B3-AB827A849C8A}" srcOrd="0" destOrd="0" presId="urn:microsoft.com/office/officeart/2005/8/layout/bProcess4"/>
    <dgm:cxn modelId="{96E304DB-BAA4-4CC9-AB9B-00621DC7A7D7}" type="presParOf" srcId="{60BD5C1A-9C15-4988-BF15-9C4613851C5B}" destId="{032B2EDB-4248-4B36-AACC-D97EE06F9C56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E1D8A-A415-46AB-836A-CEC164CDCCE1}">
      <dsp:nvSpPr>
        <dsp:cNvPr id="0" name=""/>
        <dsp:cNvSpPr/>
      </dsp:nvSpPr>
      <dsp:spPr>
        <a:xfrm>
          <a:off x="2982030" y="0"/>
          <a:ext cx="1328004" cy="8632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Yêu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cầu</a:t>
          </a:r>
          <a:endParaRPr lang="en-US" sz="2200" kern="1200" dirty="0"/>
        </a:p>
      </dsp:txBody>
      <dsp:txXfrm>
        <a:off x="3024168" y="42138"/>
        <a:ext cx="1243728" cy="778927"/>
      </dsp:txXfrm>
    </dsp:sp>
    <dsp:sp modelId="{F0E3409B-A538-47AE-9280-36B473723F46}">
      <dsp:nvSpPr>
        <dsp:cNvPr id="0" name=""/>
        <dsp:cNvSpPr/>
      </dsp:nvSpPr>
      <dsp:spPr>
        <a:xfrm>
          <a:off x="1898744" y="430180"/>
          <a:ext cx="3450142" cy="3450142"/>
        </a:xfrm>
        <a:custGeom>
          <a:avLst/>
          <a:gdLst/>
          <a:ahLst/>
          <a:cxnLst/>
          <a:rect l="0" t="0" r="0" b="0"/>
          <a:pathLst>
            <a:path>
              <a:moveTo>
                <a:pt x="2584828" y="229514"/>
              </a:moveTo>
              <a:arcTo wR="1725071" hR="1725071" stAng="17993609" swAng="118813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B74E31-345D-4C7C-A053-4E8C911E3095}">
      <dsp:nvSpPr>
        <dsp:cNvPr id="0" name=""/>
        <dsp:cNvSpPr/>
      </dsp:nvSpPr>
      <dsp:spPr>
        <a:xfrm>
          <a:off x="4602976" y="1194324"/>
          <a:ext cx="1328004" cy="8632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Thiết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kế</a:t>
          </a:r>
          <a:endParaRPr lang="en-US" sz="2200" kern="1200" dirty="0"/>
        </a:p>
      </dsp:txBody>
      <dsp:txXfrm>
        <a:off x="4645114" y="1236462"/>
        <a:ext cx="1243728" cy="778927"/>
      </dsp:txXfrm>
    </dsp:sp>
    <dsp:sp modelId="{BEC1753D-5FDD-40AC-80DB-3192F038AC49}">
      <dsp:nvSpPr>
        <dsp:cNvPr id="0" name=""/>
        <dsp:cNvSpPr/>
      </dsp:nvSpPr>
      <dsp:spPr>
        <a:xfrm>
          <a:off x="1901267" y="433931"/>
          <a:ext cx="3450142" cy="3450142"/>
        </a:xfrm>
        <a:custGeom>
          <a:avLst/>
          <a:gdLst/>
          <a:ahLst/>
          <a:cxnLst/>
          <a:rect l="0" t="0" r="0" b="0"/>
          <a:pathLst>
            <a:path>
              <a:moveTo>
                <a:pt x="3446012" y="1844371"/>
              </a:moveTo>
              <a:arcTo wR="1725071" hR="1725071" stAng="21837932" swAng="136026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9EE17C-3D0D-456C-862D-FCA870329E6D}">
      <dsp:nvSpPr>
        <dsp:cNvPr id="0" name=""/>
        <dsp:cNvSpPr/>
      </dsp:nvSpPr>
      <dsp:spPr>
        <a:xfrm>
          <a:off x="3976307" y="3123012"/>
          <a:ext cx="1328004" cy="8632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Thi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công</a:t>
          </a:r>
          <a:endParaRPr lang="en-US" sz="2200" kern="1200" dirty="0"/>
        </a:p>
      </dsp:txBody>
      <dsp:txXfrm>
        <a:off x="4018445" y="3165150"/>
        <a:ext cx="1243728" cy="778927"/>
      </dsp:txXfrm>
    </dsp:sp>
    <dsp:sp modelId="{3A418A24-B1FD-4DB8-A254-0622496D05AB}">
      <dsp:nvSpPr>
        <dsp:cNvPr id="0" name=""/>
        <dsp:cNvSpPr/>
      </dsp:nvSpPr>
      <dsp:spPr>
        <a:xfrm>
          <a:off x="1901267" y="433931"/>
          <a:ext cx="3450142" cy="3450142"/>
        </a:xfrm>
        <a:custGeom>
          <a:avLst/>
          <a:gdLst/>
          <a:ahLst/>
          <a:cxnLst/>
          <a:rect l="0" t="0" r="0" b="0"/>
          <a:pathLst>
            <a:path>
              <a:moveTo>
                <a:pt x="1936962" y="3437079"/>
              </a:moveTo>
              <a:arcTo wR="1725071" hR="1725071" stAng="4976671" swAng="846658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37F94-10F9-4200-8717-28D230A8D0B2}">
      <dsp:nvSpPr>
        <dsp:cNvPr id="0" name=""/>
        <dsp:cNvSpPr/>
      </dsp:nvSpPr>
      <dsp:spPr>
        <a:xfrm>
          <a:off x="1948364" y="3123012"/>
          <a:ext cx="1328004" cy="8632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Kiểm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tra</a:t>
          </a:r>
          <a:endParaRPr lang="en-US" sz="2200" kern="1200" dirty="0"/>
        </a:p>
      </dsp:txBody>
      <dsp:txXfrm>
        <a:off x="1990502" y="3165150"/>
        <a:ext cx="1243728" cy="778927"/>
      </dsp:txXfrm>
    </dsp:sp>
    <dsp:sp modelId="{D08739D4-66A8-47D4-9547-F71CB885D796}">
      <dsp:nvSpPr>
        <dsp:cNvPr id="0" name=""/>
        <dsp:cNvSpPr/>
      </dsp:nvSpPr>
      <dsp:spPr>
        <a:xfrm>
          <a:off x="1901267" y="433931"/>
          <a:ext cx="3450142" cy="3450142"/>
        </a:xfrm>
        <a:custGeom>
          <a:avLst/>
          <a:gdLst/>
          <a:ahLst/>
          <a:cxnLst/>
          <a:rect l="0" t="0" r="0" b="0"/>
          <a:pathLst>
            <a:path>
              <a:moveTo>
                <a:pt x="183085" y="2498474"/>
              </a:moveTo>
              <a:arcTo wR="1725071" hR="1725071" stAng="9201801" swAng="1360267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76F128-B781-4DCD-8D71-BA4C3DA3D69C}">
      <dsp:nvSpPr>
        <dsp:cNvPr id="0" name=""/>
        <dsp:cNvSpPr/>
      </dsp:nvSpPr>
      <dsp:spPr>
        <a:xfrm>
          <a:off x="1321695" y="1194324"/>
          <a:ext cx="1328004" cy="8632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Phát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hành</a:t>
          </a:r>
          <a:endParaRPr lang="en-US" sz="2200" kern="1200" dirty="0"/>
        </a:p>
      </dsp:txBody>
      <dsp:txXfrm>
        <a:off x="1363833" y="1236462"/>
        <a:ext cx="1243728" cy="778927"/>
      </dsp:txXfrm>
    </dsp:sp>
    <dsp:sp modelId="{58DC5D7C-C656-4571-BFB2-71B304BF47C7}">
      <dsp:nvSpPr>
        <dsp:cNvPr id="0" name=""/>
        <dsp:cNvSpPr/>
      </dsp:nvSpPr>
      <dsp:spPr>
        <a:xfrm>
          <a:off x="1903697" y="430318"/>
          <a:ext cx="3450142" cy="3450142"/>
        </a:xfrm>
        <a:custGeom>
          <a:avLst/>
          <a:gdLst/>
          <a:ahLst/>
          <a:cxnLst/>
          <a:rect l="0" t="0" r="0" b="0"/>
          <a:pathLst>
            <a:path>
              <a:moveTo>
                <a:pt x="414905" y="602870"/>
              </a:moveTo>
              <a:arcTo wR="1725071" hR="1725071" stAng="13234869" swAng="124054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2C09F-4FD6-49E3-8915-A42CF51FA7EC}">
      <dsp:nvSpPr>
        <dsp:cNvPr id="0" name=""/>
        <dsp:cNvSpPr/>
      </dsp:nvSpPr>
      <dsp:spPr>
        <a:xfrm rot="5391426">
          <a:off x="-343981" y="1107528"/>
          <a:ext cx="1529927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71935-594D-4BA3-AF73-79B9AA75B57D}">
      <dsp:nvSpPr>
        <dsp:cNvPr id="0" name=""/>
        <dsp:cNvSpPr/>
      </dsp:nvSpPr>
      <dsp:spPr>
        <a:xfrm>
          <a:off x="0" y="125660"/>
          <a:ext cx="2070807" cy="124248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Design</a:t>
          </a:r>
          <a:endParaRPr lang="en-US" sz="3400" kern="1200" dirty="0"/>
        </a:p>
      </dsp:txBody>
      <dsp:txXfrm>
        <a:off x="36391" y="162051"/>
        <a:ext cx="1998025" cy="1169702"/>
      </dsp:txXfrm>
    </dsp:sp>
    <dsp:sp modelId="{4DC1281F-76C1-4E2A-A260-0902AF7F58CC}">
      <dsp:nvSpPr>
        <dsp:cNvPr id="0" name=""/>
        <dsp:cNvSpPr/>
      </dsp:nvSpPr>
      <dsp:spPr>
        <a:xfrm rot="5400000">
          <a:off x="-348749" y="2653955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B96B8-3D42-4101-9520-55E73157FC5D}">
      <dsp:nvSpPr>
        <dsp:cNvPr id="0" name=""/>
        <dsp:cNvSpPr/>
      </dsp:nvSpPr>
      <dsp:spPr>
        <a:xfrm>
          <a:off x="3815" y="1665408"/>
          <a:ext cx="2070807" cy="124248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Code</a:t>
          </a:r>
          <a:endParaRPr lang="en-US" sz="3400" kern="1200" dirty="0"/>
        </a:p>
      </dsp:txBody>
      <dsp:txXfrm>
        <a:off x="40206" y="1701799"/>
        <a:ext cx="1998025" cy="1169702"/>
      </dsp:txXfrm>
    </dsp:sp>
    <dsp:sp modelId="{35F817CF-65BD-4B0A-BD0C-2DE2203A0DC1}">
      <dsp:nvSpPr>
        <dsp:cNvPr id="0" name=""/>
        <dsp:cNvSpPr/>
      </dsp:nvSpPr>
      <dsp:spPr>
        <a:xfrm>
          <a:off x="427803" y="3430507"/>
          <a:ext cx="2744347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C49E4-258A-4925-87A9-D69383D07DB0}">
      <dsp:nvSpPr>
        <dsp:cNvPr id="0" name=""/>
        <dsp:cNvSpPr/>
      </dsp:nvSpPr>
      <dsp:spPr>
        <a:xfrm>
          <a:off x="3815" y="3218514"/>
          <a:ext cx="2070807" cy="1242484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Pre-Build</a:t>
          </a:r>
          <a:endParaRPr lang="en-US" sz="3400" kern="1200" dirty="0"/>
        </a:p>
      </dsp:txBody>
      <dsp:txXfrm>
        <a:off x="40206" y="3254905"/>
        <a:ext cx="1998025" cy="1169702"/>
      </dsp:txXfrm>
    </dsp:sp>
    <dsp:sp modelId="{15144FB0-6A49-4D7C-BD79-1CD3A374FBCB}">
      <dsp:nvSpPr>
        <dsp:cNvPr id="0" name=""/>
        <dsp:cNvSpPr/>
      </dsp:nvSpPr>
      <dsp:spPr>
        <a:xfrm rot="16200000">
          <a:off x="2405423" y="2653955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30A90-4D49-45FB-BCBE-03601D944510}">
      <dsp:nvSpPr>
        <dsp:cNvPr id="0" name=""/>
        <dsp:cNvSpPr/>
      </dsp:nvSpPr>
      <dsp:spPr>
        <a:xfrm>
          <a:off x="2757988" y="3218514"/>
          <a:ext cx="2070807" cy="124248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Release</a:t>
          </a:r>
          <a:endParaRPr lang="en-US" sz="3400" kern="1200" dirty="0"/>
        </a:p>
      </dsp:txBody>
      <dsp:txXfrm>
        <a:off x="2794379" y="3254905"/>
        <a:ext cx="1998025" cy="1169702"/>
      </dsp:txXfrm>
    </dsp:sp>
    <dsp:sp modelId="{8BA4065C-790C-4A80-9E0B-0112B145A45C}">
      <dsp:nvSpPr>
        <dsp:cNvPr id="0" name=""/>
        <dsp:cNvSpPr/>
      </dsp:nvSpPr>
      <dsp:spPr>
        <a:xfrm rot="16200000">
          <a:off x="2405423" y="1100850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CF26D-460E-4C25-AF5F-74659AB16DA6}">
      <dsp:nvSpPr>
        <dsp:cNvPr id="0" name=""/>
        <dsp:cNvSpPr/>
      </dsp:nvSpPr>
      <dsp:spPr>
        <a:xfrm>
          <a:off x="2757988" y="1665408"/>
          <a:ext cx="2070807" cy="1242484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Test (local)</a:t>
          </a:r>
          <a:endParaRPr lang="en-US" sz="3400" kern="1200" dirty="0"/>
        </a:p>
      </dsp:txBody>
      <dsp:txXfrm>
        <a:off x="2794379" y="1701799"/>
        <a:ext cx="1998025" cy="1169702"/>
      </dsp:txXfrm>
    </dsp:sp>
    <dsp:sp modelId="{E8271B3E-5FBB-4FFC-911A-814B6294E503}">
      <dsp:nvSpPr>
        <dsp:cNvPr id="0" name=""/>
        <dsp:cNvSpPr/>
      </dsp:nvSpPr>
      <dsp:spPr>
        <a:xfrm>
          <a:off x="3181976" y="324297"/>
          <a:ext cx="2744347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E043A-A081-4D49-9025-294D83A6DF4A}">
      <dsp:nvSpPr>
        <dsp:cNvPr id="0" name=""/>
        <dsp:cNvSpPr/>
      </dsp:nvSpPr>
      <dsp:spPr>
        <a:xfrm>
          <a:off x="2757988" y="112303"/>
          <a:ext cx="2070807" cy="1242484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Post-Build</a:t>
          </a:r>
          <a:endParaRPr lang="en-US" sz="3400" kern="1200" dirty="0"/>
        </a:p>
      </dsp:txBody>
      <dsp:txXfrm>
        <a:off x="2794379" y="148694"/>
        <a:ext cx="1998025" cy="1169702"/>
      </dsp:txXfrm>
    </dsp:sp>
    <dsp:sp modelId="{D3E1FF0B-A971-4F33-A544-23C8F444D46B}">
      <dsp:nvSpPr>
        <dsp:cNvPr id="0" name=""/>
        <dsp:cNvSpPr/>
      </dsp:nvSpPr>
      <dsp:spPr>
        <a:xfrm rot="5400000">
          <a:off x="5159597" y="1100850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E4A3F-B029-4044-B813-97EDE1320ECE}">
      <dsp:nvSpPr>
        <dsp:cNvPr id="0" name=""/>
        <dsp:cNvSpPr/>
      </dsp:nvSpPr>
      <dsp:spPr>
        <a:xfrm>
          <a:off x="5512162" y="112303"/>
          <a:ext cx="2070807" cy="1242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Deploy</a:t>
          </a:r>
          <a:endParaRPr lang="en-US" sz="3400" kern="1200" dirty="0"/>
        </a:p>
      </dsp:txBody>
      <dsp:txXfrm>
        <a:off x="5548553" y="148694"/>
        <a:ext cx="1998025" cy="1169702"/>
      </dsp:txXfrm>
    </dsp:sp>
    <dsp:sp modelId="{64CBD430-6319-4E92-9BDF-60545B51861F}">
      <dsp:nvSpPr>
        <dsp:cNvPr id="0" name=""/>
        <dsp:cNvSpPr/>
      </dsp:nvSpPr>
      <dsp:spPr>
        <a:xfrm rot="5400000">
          <a:off x="5159597" y="2653955"/>
          <a:ext cx="1543279" cy="186372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42F5C-74E2-4190-8226-B50938830450}">
      <dsp:nvSpPr>
        <dsp:cNvPr id="0" name=""/>
        <dsp:cNvSpPr/>
      </dsp:nvSpPr>
      <dsp:spPr>
        <a:xfrm>
          <a:off x="5512162" y="1665408"/>
          <a:ext cx="2070807" cy="1242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Monitor</a:t>
          </a:r>
          <a:endParaRPr lang="en-US" sz="3400" kern="1200" dirty="0"/>
        </a:p>
      </dsp:txBody>
      <dsp:txXfrm>
        <a:off x="5548553" y="1701799"/>
        <a:ext cx="1998025" cy="1169702"/>
      </dsp:txXfrm>
    </dsp:sp>
    <dsp:sp modelId="{032B2EDB-4248-4B36-AACC-D97EE06F9C56}">
      <dsp:nvSpPr>
        <dsp:cNvPr id="0" name=""/>
        <dsp:cNvSpPr/>
      </dsp:nvSpPr>
      <dsp:spPr>
        <a:xfrm>
          <a:off x="5512162" y="3218514"/>
          <a:ext cx="2070807" cy="1242484"/>
        </a:xfrm>
        <a:prstGeom prst="roundRect">
          <a:avLst>
            <a:gd name="adj" fmla="val 10000"/>
          </a:avLst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Pentest</a:t>
          </a:r>
          <a:endParaRPr lang="en-US" sz="3400" kern="1200" dirty="0"/>
        </a:p>
      </dsp:txBody>
      <dsp:txXfrm>
        <a:off x="5548553" y="3254905"/>
        <a:ext cx="1998025" cy="1169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016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b="1" dirty="0" err="1" smtClean="0">
                <a:latin typeface="Times New Roman"/>
                <a:cs typeface="Times New Roman"/>
                <a:sym typeface="Times New Roman"/>
              </a:rPr>
              <a:t>Mục</a:t>
            </a:r>
            <a:r>
              <a:rPr lang="en-US" b="1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b="1" dirty="0" err="1" smtClean="0">
                <a:latin typeface="Times New Roman"/>
                <a:cs typeface="Times New Roman"/>
                <a:sym typeface="Times New Roman"/>
              </a:rPr>
              <a:t>đích</a:t>
            </a:r>
            <a:endParaRPr lang="en-US" b="1" dirty="0" smtClean="0">
              <a:latin typeface="Times New Roman"/>
              <a:cs typeface="Times New Roman"/>
              <a:sym typeface="Times New Roman"/>
            </a:endParaRPr>
          </a:p>
          <a:p>
            <a:pPr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Đáp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ứng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các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yêu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cầu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tối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thiểu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theo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thông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tư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quy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định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của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NHNN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về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đảm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bảo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an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toàn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hệ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thống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thông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tin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trong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hoạt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động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ngân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hàng</a:t>
            </a:r>
            <a:endParaRPr lang="en-US" dirty="0" smtClean="0">
              <a:latin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12.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-&gt; 8.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,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-&gt;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tả</a:t>
            </a:r>
            <a:r>
              <a:rPr lang="en-US" dirty="0" smtClean="0"/>
              <a:t> chi </a:t>
            </a:r>
            <a:r>
              <a:rPr lang="en-US" dirty="0" err="1" smtClean="0"/>
              <a:t>tiết</a:t>
            </a:r>
            <a:r>
              <a:rPr lang="en-US" dirty="0" smtClean="0"/>
              <a:t> -&gt; </a:t>
            </a:r>
            <a:r>
              <a:rPr lang="en-US" dirty="0" err="1" smtClean="0"/>
              <a:t>Rà</a:t>
            </a:r>
            <a:r>
              <a:rPr lang="en-US" dirty="0" smtClean="0"/>
              <a:t> </a:t>
            </a:r>
            <a:r>
              <a:rPr lang="en-US" dirty="0" err="1" smtClean="0"/>
              <a:t>quét</a:t>
            </a:r>
            <a:r>
              <a:rPr lang="en-US" dirty="0" smtClean="0"/>
              <a:t> </a:t>
            </a:r>
            <a:r>
              <a:rPr lang="en-US" dirty="0" err="1" smtClean="0"/>
              <a:t>lỗ</a:t>
            </a:r>
            <a:r>
              <a:rPr lang="en-US" dirty="0" smtClean="0"/>
              <a:t> </a:t>
            </a:r>
            <a:r>
              <a:rPr lang="en-US" dirty="0" err="1" smtClean="0"/>
              <a:t>hổng</a:t>
            </a:r>
            <a:r>
              <a:rPr lang="en-US" dirty="0" smtClean="0"/>
              <a:t>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944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Yêu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cầu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đảm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bảo</a:t>
            </a:r>
            <a:r>
              <a:rPr lang="en-US" baseline="0" dirty="0" smtClean="0"/>
              <a:t> an </a:t>
            </a:r>
            <a:r>
              <a:rPr lang="en-US" baseline="0" dirty="0" err="1" smtClean="0"/>
              <a:t>ninh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trước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phát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hành</a:t>
            </a:r>
            <a:endParaRPr lang="en-US" baseline="0" dirty="0" smtClean="0"/>
          </a:p>
          <a:p>
            <a:r>
              <a:rPr lang="en-US" baseline="0" dirty="0" err="1" smtClean="0"/>
              <a:t>Không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nên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thực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hiện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pentest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Mất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nhiều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thời</a:t>
            </a:r>
            <a:r>
              <a:rPr lang="en-US" baseline="0" dirty="0" smtClean="0"/>
              <a:t> </a:t>
            </a:r>
            <a:r>
              <a:rPr lang="en-US" baseline="0" smtClean="0"/>
              <a:t>gian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53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ninh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uy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phần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mềm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Information Security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Quy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phần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mềm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27519129"/>
              </p:ext>
            </p:extLst>
          </p:nvPr>
        </p:nvGraphicFramePr>
        <p:xfrm>
          <a:off x="2541954" y="1690688"/>
          <a:ext cx="7252677" cy="4045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ninh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uy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trình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phần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mềm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822229057"/>
              </p:ext>
            </p:extLst>
          </p:nvPr>
        </p:nvGraphicFramePr>
        <p:xfrm>
          <a:off x="2032000" y="1565031"/>
          <a:ext cx="7586785" cy="4573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0501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án</a:t>
            </a:r>
            <a:endParaRPr lang="en-US" b="1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-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Tuân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thủ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theo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các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yêu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cầu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thiết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kế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hệ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thống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trong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Quy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định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an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ninh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khi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phát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triển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và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phát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hành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sản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phẩm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SaaS (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Khoản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27 -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mục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14: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Quản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lý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TTDL)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>
              <a:latin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 smtClean="0">
              <a:latin typeface="Times New Roman"/>
              <a:cs typeface="Times New Roman"/>
              <a:sym typeface="Times New Roman"/>
            </a:endParaRP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b="1" dirty="0" smtClean="0">
                <a:latin typeface="Times New Roman"/>
                <a:cs typeface="Times New Roman"/>
                <a:sym typeface="Times New Roman"/>
              </a:rPr>
              <a:t>Ban ANTT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r>
              <a:rPr lang="en-US" dirty="0" smtClean="0">
                <a:latin typeface="Times New Roman"/>
                <a:cs typeface="Times New Roman"/>
                <a:sym typeface="Times New Roman"/>
              </a:rPr>
              <a:t>-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Xây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dựng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,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bổ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sung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và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Times New Roman"/>
              </a:rPr>
              <a:t>c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hịu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trách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nhiệm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về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các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yêu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cầu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,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quy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định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đưa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ra.</a:t>
            </a:r>
            <a:endParaRPr lang="en-US" dirty="0" smtClean="0">
              <a:latin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Dự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án</a:t>
            </a: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Tuân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thủ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yêu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Coding</a:t>
            </a:r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Ap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hoặc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ây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dựng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ra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thư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viện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, framework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bỏ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vấn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lỗ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hổng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,an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toàn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áp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sản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phẩm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Jetpay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Ban ANTT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smtClean="0">
                <a:latin typeface="Times New Roman"/>
                <a:cs typeface="Times New Roman"/>
                <a:sym typeface="Times New Roman"/>
              </a:rPr>
              <a:t>- 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[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Đào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tạo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cho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lập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trình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viên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kiến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thức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về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lập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trình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an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toàn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]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>
                <a:latin typeface="Times New Roman"/>
                <a:cs typeface="Times New Roman"/>
                <a:sym typeface="Times New Roman"/>
              </a:rPr>
              <a:t>-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Cung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cấp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công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cụ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tự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động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phát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hiện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lỗ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hổng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khi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lập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trình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Pre-Build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846637" cy="357187"/>
          </a:xfrm>
        </p:spPr>
        <p:txBody>
          <a:bodyPr>
            <a:noAutofit/>
          </a:bodyPr>
          <a:lstStyle/>
          <a:p>
            <a:pPr lvl="0" algn="ct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án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1. EM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build ở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debug </a:t>
            </a:r>
            <a:r>
              <a:rPr lang="en-US" dirty="0" err="1"/>
              <a:t>cho</a:t>
            </a:r>
            <a:r>
              <a:rPr lang="en-US" dirty="0"/>
              <a:t> ban ANTT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rà</a:t>
            </a:r>
            <a:r>
              <a:rPr lang="en-US" dirty="0"/>
              <a:t> </a:t>
            </a:r>
            <a:r>
              <a:rPr lang="en-US" dirty="0" err="1"/>
              <a:t>quét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 smtClean="0"/>
              <a:t>hổng</a:t>
            </a:r>
            <a:r>
              <a:rPr lang="en-US" dirty="0" smtClean="0"/>
              <a:t>,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qua mail </a:t>
            </a:r>
            <a:r>
              <a:rPr lang="en-US" dirty="0" err="1" smtClean="0"/>
              <a:t>công</a:t>
            </a:r>
            <a:r>
              <a:rPr lang="en-US" dirty="0" smtClean="0"/>
              <a:t> ty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mail </a:t>
            </a:r>
            <a:r>
              <a:rPr lang="en-US" dirty="0" err="1" smtClean="0"/>
              <a:t>của</a:t>
            </a:r>
            <a:r>
              <a:rPr lang="en-US" dirty="0" smtClean="0"/>
              <a:t> ban ANTT. 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4. EM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/>
              <a:t>hổng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ban ANTT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/>
            <a:r>
              <a:rPr lang="en-US" dirty="0"/>
              <a:t>Ban ANTT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6483350" y="2505075"/>
            <a:ext cx="4872038" cy="3684588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2.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Rà</a:t>
            </a:r>
            <a:r>
              <a:rPr lang="en-US" dirty="0"/>
              <a:t> </a:t>
            </a:r>
            <a:r>
              <a:rPr lang="en-US" dirty="0" err="1"/>
              <a:t>quét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/>
              <a:t>hổng</a:t>
            </a:r>
            <a:r>
              <a:rPr lang="en-US" dirty="0"/>
              <a:t> an </a:t>
            </a:r>
            <a:r>
              <a:rPr lang="en-US" dirty="0" err="1"/>
              <a:t>ninh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bằng</a:t>
            </a:r>
            <a:r>
              <a:rPr lang="en-US" dirty="0"/>
              <a:t> tool </a:t>
            </a:r>
            <a:r>
              <a:rPr lang="en-US" dirty="0" err="1"/>
              <a:t>rà</a:t>
            </a:r>
            <a:r>
              <a:rPr lang="en-US" dirty="0"/>
              <a:t> </a:t>
            </a:r>
            <a:r>
              <a:rPr lang="en-US" dirty="0" err="1"/>
              <a:t>quét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(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3 </a:t>
            </a:r>
            <a:r>
              <a:rPr lang="en-US" dirty="0" err="1" smtClean="0"/>
              <a:t>tiếng</a:t>
            </a:r>
            <a:r>
              <a:rPr lang="en-US" dirty="0" smtClean="0"/>
              <a:t> </a:t>
            </a:r>
            <a:r>
              <a:rPr lang="en-US" dirty="0" err="1" smtClean="0"/>
              <a:t>kể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)</a:t>
            </a:r>
            <a:endParaRPr lang="en-US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3.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smtClean="0"/>
              <a:t>EM</a:t>
            </a:r>
            <a:endParaRPr lang="en-US" dirty="0"/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endParaRPr lang="en-US" dirty="0" smtClean="0"/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endParaRPr lang="en-US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5.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Post-Build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846637" cy="357187"/>
          </a:xfrm>
        </p:spPr>
        <p:txBody>
          <a:bodyPr>
            <a:noAutofit/>
          </a:bodyPr>
          <a:lstStyle/>
          <a:p>
            <a:pPr lvl="0" algn="ctr"/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án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build image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private registry server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algn="ctr"/>
            <a:r>
              <a:rPr lang="en-US" dirty="0"/>
              <a:t>Ban ANTT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6483350" y="2505075"/>
            <a:ext cx="4872038" cy="3684588"/>
          </a:xfrm>
        </p:spPr>
        <p:txBody>
          <a:bodyPr/>
          <a:lstStyle/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rà</a:t>
            </a:r>
            <a:r>
              <a:rPr lang="en-US" dirty="0" smtClean="0"/>
              <a:t> </a:t>
            </a:r>
            <a:r>
              <a:rPr lang="en-US" dirty="0" err="1" smtClean="0"/>
              <a:t>quét</a:t>
            </a:r>
            <a:r>
              <a:rPr lang="en-US" dirty="0" smtClean="0"/>
              <a:t> </a:t>
            </a:r>
            <a:r>
              <a:rPr lang="en-US" dirty="0" err="1" smtClean="0"/>
              <a:t>lỗ</a:t>
            </a:r>
            <a:r>
              <a:rPr lang="en-US" dirty="0" smtClean="0"/>
              <a:t> </a:t>
            </a:r>
            <a:r>
              <a:rPr lang="en-US" dirty="0" err="1" smtClean="0"/>
              <a:t>hổng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image </a:t>
            </a:r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endParaRPr lang="en-US" dirty="0"/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251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Test (local)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846637" cy="357187"/>
          </a:xfrm>
        </p:spPr>
        <p:txBody>
          <a:bodyPr>
            <a:noAutofit/>
          </a:bodyPr>
          <a:lstStyle/>
          <a:p>
            <a:pPr lvl="0" algn="ctr"/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án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(local)</a:t>
            </a:r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smtClean="0"/>
              <a:t>QC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test case,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qua proxy an </a:t>
            </a:r>
            <a:r>
              <a:rPr lang="en-US" dirty="0" err="1" smtClean="0"/>
              <a:t>ninh</a:t>
            </a:r>
            <a:endParaRPr lang="en-US" dirty="0" smtClean="0"/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endParaRPr lang="en-US" dirty="0"/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endParaRPr lang="en-US" dirty="0" smtClean="0"/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test case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,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ban ANTT </a:t>
            </a:r>
            <a:r>
              <a:rPr lang="en-US" dirty="0" err="1" smtClean="0"/>
              <a:t>rà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proxy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algn="ctr"/>
            <a:r>
              <a:rPr lang="en-US" dirty="0"/>
              <a:t>Ban ANTT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6483350" y="2505075"/>
            <a:ext cx="4872038" cy="3684588"/>
          </a:xfrm>
        </p:spPr>
        <p:txBody>
          <a:bodyPr/>
          <a:lstStyle/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proxy an </a:t>
            </a:r>
            <a:r>
              <a:rPr lang="en-US" dirty="0" err="1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giám</a:t>
            </a:r>
            <a:r>
              <a:rPr lang="en-US" dirty="0" smtClean="0"/>
              <a:t> </a:t>
            </a:r>
            <a:r>
              <a:rPr lang="en-US" dirty="0" err="1" smtClean="0"/>
              <a:t>sát</a:t>
            </a:r>
            <a:r>
              <a:rPr lang="en-US" dirty="0" smtClean="0"/>
              <a:t>, p</a:t>
            </a:r>
            <a:r>
              <a:rPr lang="vi-VN" dirty="0" smtClean="0"/>
              <a:t>hân </a:t>
            </a:r>
            <a:r>
              <a:rPr lang="vi-VN" dirty="0"/>
              <a:t>tích dữ liệu đã được ghi nhận qua proxy an </a:t>
            </a:r>
            <a:r>
              <a:rPr lang="vi-VN" dirty="0" smtClean="0"/>
              <a:t>ninh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QC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test.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399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Release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846637" cy="357187"/>
          </a:xfrm>
        </p:spPr>
        <p:txBody>
          <a:bodyPr>
            <a:noAutofit/>
          </a:bodyPr>
          <a:lstStyle/>
          <a:p>
            <a:pPr lvl="0" algn="ctr"/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án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-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qua email , </a:t>
            </a:r>
            <a:r>
              <a:rPr lang="en-US" dirty="0" err="1" smtClean="0"/>
              <a:t>có</a:t>
            </a:r>
            <a:r>
              <a:rPr lang="en-US" dirty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ban ANTT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- </a:t>
            </a:r>
            <a:r>
              <a:rPr lang="en-US" dirty="0" err="1" smtClean="0"/>
              <a:t>Đảm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source code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obfuscate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–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QTHT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algn="ctr"/>
            <a:r>
              <a:rPr lang="en-US" dirty="0"/>
              <a:t>Ban ANTT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6483350" y="2505075"/>
            <a:ext cx="4872038" cy="3684588"/>
          </a:xfrm>
        </p:spPr>
        <p:txBody>
          <a:bodyPr/>
          <a:lstStyle/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tuân</a:t>
            </a:r>
            <a:r>
              <a:rPr lang="en-US" dirty="0" smtClean="0"/>
              <a:t> </a:t>
            </a:r>
            <a:r>
              <a:rPr lang="en-US" dirty="0" err="1" smtClean="0"/>
              <a:t>thủ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,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hay </a:t>
            </a:r>
            <a:r>
              <a:rPr lang="en-US" dirty="0" err="1" smtClean="0"/>
              <a:t>chưa</a:t>
            </a:r>
            <a:r>
              <a:rPr lang="en-US" dirty="0" smtClean="0"/>
              <a:t> ?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0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Pentest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4846637" cy="357187"/>
          </a:xfrm>
        </p:spPr>
        <p:txBody>
          <a:bodyPr>
            <a:noAutofit/>
          </a:bodyPr>
          <a:lstStyle/>
          <a:p>
            <a:pPr lvl="0" algn="ctr"/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án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- EM </a:t>
            </a:r>
            <a:r>
              <a:rPr lang="en-US" dirty="0" err="1" smtClean="0"/>
              <a:t>chịu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r>
              <a:rPr lang="en-US" dirty="0" smtClean="0"/>
              <a:t> </a:t>
            </a:r>
            <a:r>
              <a:rPr lang="en-US" dirty="0" err="1" smtClean="0"/>
              <a:t>nhiệm</a:t>
            </a:r>
            <a:r>
              <a:rPr lang="en-US" dirty="0" smtClean="0"/>
              <a:t>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test (</a:t>
            </a:r>
            <a:r>
              <a:rPr lang="en-US" dirty="0" smtClean="0">
                <a:solidFill>
                  <a:srgbClr val="FF0000"/>
                </a:solidFill>
              </a:rPr>
              <a:t>local</a:t>
            </a:r>
            <a:r>
              <a:rPr lang="en-US" dirty="0" smtClean="0"/>
              <a:t>/test)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khoản</a:t>
            </a:r>
            <a:r>
              <a:rPr lang="en-US" dirty="0" smtClean="0"/>
              <a:t> test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rà</a:t>
            </a:r>
            <a:r>
              <a:rPr lang="en-US" dirty="0" smtClean="0"/>
              <a:t> </a:t>
            </a:r>
            <a:r>
              <a:rPr lang="en-US" dirty="0" err="1" smtClean="0"/>
              <a:t>quét</a:t>
            </a:r>
            <a:r>
              <a:rPr lang="en-US" dirty="0" smtClean="0"/>
              <a:t> </a:t>
            </a:r>
            <a:r>
              <a:rPr lang="en-US" dirty="0" err="1" smtClean="0"/>
              <a:t>lỗ</a:t>
            </a:r>
            <a:r>
              <a:rPr lang="en-US" dirty="0" smtClean="0"/>
              <a:t> </a:t>
            </a:r>
            <a:r>
              <a:rPr lang="en-US" dirty="0" err="1" smtClean="0"/>
              <a:t>hổng</a:t>
            </a:r>
            <a:r>
              <a:rPr lang="en-US" dirty="0" smtClean="0"/>
              <a:t>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 smtClean="0"/>
              <a:t>- 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khắc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/>
              <a:t>hổng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yếu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algn="ctr"/>
            <a:r>
              <a:rPr lang="en-US" dirty="0"/>
              <a:t>Ban ANTT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>
          <a:xfrm>
            <a:off x="6518275" y="2505075"/>
            <a:ext cx="4872038" cy="3684588"/>
          </a:xfrm>
        </p:spPr>
        <p:txBody>
          <a:bodyPr/>
          <a:lstStyle/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ANTT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rà</a:t>
            </a:r>
            <a:r>
              <a:rPr lang="en-US" dirty="0" smtClean="0"/>
              <a:t> </a:t>
            </a:r>
            <a:r>
              <a:rPr lang="en-US" dirty="0" err="1" smtClean="0"/>
              <a:t>quét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.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EM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.</a:t>
            </a:r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, </a:t>
            </a:r>
            <a:r>
              <a:rPr lang="en-US" dirty="0" err="1" smtClean="0"/>
              <a:t>viết</a:t>
            </a:r>
            <a:r>
              <a:rPr lang="en-US" dirty="0" smtClean="0"/>
              <a:t> report,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lí</a:t>
            </a:r>
            <a:r>
              <a:rPr lang="en-US" dirty="0" smtClean="0"/>
              <a:t> </a:t>
            </a:r>
            <a:r>
              <a:rPr lang="en-US" dirty="0" err="1" smtClean="0"/>
              <a:t>lỗ</a:t>
            </a:r>
            <a:r>
              <a:rPr lang="en-US" dirty="0" smtClean="0"/>
              <a:t> </a:t>
            </a:r>
            <a:r>
              <a:rPr lang="en-US" dirty="0" err="1" smtClean="0"/>
              <a:t>hổng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dự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3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Thanh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For watching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879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656</Words>
  <Application>Microsoft Office PowerPoint</Application>
  <PresentationFormat>Widescreen</PresentationFormat>
  <Paragraphs>83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An ninh trong quy trình phát triển phần mềm</vt:lpstr>
      <vt:lpstr>Quy trình phát triển phần mềm</vt:lpstr>
      <vt:lpstr>An ninh trong quy trình phát triển phần mềm</vt:lpstr>
      <vt:lpstr>Design</vt:lpstr>
      <vt:lpstr>Code</vt:lpstr>
      <vt:lpstr>Pre-Build</vt:lpstr>
      <vt:lpstr>Post-Build</vt:lpstr>
      <vt:lpstr>Test (local)</vt:lpstr>
      <vt:lpstr>Release</vt:lpstr>
      <vt:lpstr>Pentest</vt:lpstr>
      <vt:lpstr>Thanh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ninh trong quy trình phát triển phần mềm</dc:title>
  <dc:creator>AN LE BINH</dc:creator>
  <cp:lastModifiedBy>Admin</cp:lastModifiedBy>
  <cp:revision>19</cp:revision>
  <dcterms:created xsi:type="dcterms:W3CDTF">2020-12-03T01:14:48Z</dcterms:created>
  <dcterms:modified xsi:type="dcterms:W3CDTF">2021-07-12T00:29:00Z</dcterms:modified>
</cp:coreProperties>
</file>
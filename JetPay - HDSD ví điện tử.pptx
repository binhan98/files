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2.xml" ContentType="application/vnd.openxmlformats-officedocument.drawingml.diagramLayout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_rels/presentation.xml.rels" ContentType="application/vnd.openxmlformats-package.relationships+xml"/>
  <Override PartName="/ppt/media/image25.png" ContentType="image/png"/>
  <Override PartName="/ppt/media/image24.png" ContentType="image/png"/>
  <Override PartName="/ppt/media/image3.png" ContentType="image/png"/>
  <Override PartName="/ppt/media/image26.png" ContentType="image/png"/>
  <Override PartName="/ppt/media/image27.png" ContentType="image/png"/>
  <Override PartName="/ppt/media/image4.png" ContentType="image/png"/>
  <Override PartName="/ppt/media/image29.png" ContentType="image/png"/>
  <Override PartName="/ppt/media/image6.png" ContentType="image/png"/>
  <Override PartName="/ppt/media/image31.png" ContentType="image/png"/>
  <Override PartName="/ppt/media/image11.png" ContentType="image/png"/>
  <Override PartName="/ppt/media/image7.png" ContentType="image/png"/>
  <Override PartName="/ppt/media/image12.png" ContentType="image/png"/>
  <Override PartName="/ppt/media/image8.png" ContentType="image/png"/>
  <Override PartName="/ppt/media/image13.png" ContentType="image/png"/>
  <Override PartName="/ppt/media/image9.png" ContentType="image/png"/>
  <Override PartName="/ppt/media/image30.png" ContentType="image/png"/>
  <Override PartName="/ppt/media/image5.png" ContentType="image/png"/>
  <Override PartName="/ppt/media/image28.png" ContentType="image/png"/>
  <Override PartName="/ppt/media/image1.jpeg" ContentType="image/jpeg"/>
  <Override PartName="/ppt/media/image10.png" ContentType="image/png"/>
  <Override PartName="/ppt/media/image14.png" ContentType="image/png"/>
  <Override PartName="/ppt/media/image15.png" ContentType="image/png"/>
  <Override PartName="/ppt/media/image16.png" ContentType="image/png"/>
  <Override PartName="/ppt/media/image17.png" ContentType="image/png"/>
  <Override PartName="/ppt/media/image18.png" ContentType="image/png"/>
  <Override PartName="/ppt/media/image20.png" ContentType="image/png"/>
  <Override PartName="/ppt/media/image2.jpeg" ContentType="image/jpeg"/>
  <Override PartName="/ppt/media/image19.png" ContentType="image/png"/>
  <Override PartName="/ppt/media/image21.png" ContentType="image/png"/>
  <Override PartName="/ppt/media/image22.png" ContentType="image/png"/>
  <Override PartName="/ppt/media/image23.png" ContentType="image/png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9.xml" ContentType="application/vnd.openxmlformats-officedocument.presentationml.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3.xml.rels" ContentType="application/vnd.openxmlformats-package.relationships+xml"/>
  <Override PartName="/ppt/slides/_rels/slide16.xml.rels" ContentType="application/vnd.openxmlformats-package.relationships+xml"/>
  <Override PartName="/ppt/slides/_rels/slide12.xml.rels" ContentType="application/vnd.openxmlformats-package.relationships+xml"/>
  <Override PartName="/ppt/slides/_rels/slide15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14.xml.rels" ContentType="application/vnd.openxmlformats-package.relationships+xml"/>
  <Override PartName="/ppt/slides/_rels/slide8.xml.rels" ContentType="application/vnd.openxmlformats-package.relationships+xml"/>
  <Override PartName="/ppt/slides/_rels/slide19.xml.rels" ContentType="application/vnd.openxmlformats-package.relationships+xml"/>
  <Override PartName="/ppt/slides/_rels/slide18.xml.rels" ContentType="application/vnd.openxmlformats-package.relationships+xml"/>
  <Override PartName="/ppt/slides/_rels/slide17.xml.rels" ContentType="application/vnd.openxmlformats-package.relationships+xml"/>
  <Override PartName="/ppt/slides/_rels/slide1.xml.rels" ContentType="application/vnd.openxmlformats-package.relationships+xml"/>
  <Override PartName="/ppt/slides/slide16.xml" ContentType="application/vnd.openxmlformats-officedocument.presentationml.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1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</p:sldIdLst>
  <p:sldSz cx="12192000" cy="6858000"/>
  <p:notesSz cx="7559675" cy="10691812"/>
</p:presentation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
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D11DA82-86EC-488B-89B2-3AEA2494017A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2F11CA2-62ED-4304-A08D-95B0B671ADDB}">
      <dgm:prSet phldrT="[Text]"/>
      <dgm:spPr/>
      <dgm:t>
        <a:bodyPr/>
        <a:lstStyle/>
        <a:p>
          <a:r>
            <a:rPr lang="en-US" dirty="0" err="1" smtClean="0"/>
            <a:t>Liên</a:t>
          </a:r>
          <a:r>
            <a:rPr lang="en-US" dirty="0" smtClean="0"/>
            <a:t> </a:t>
          </a:r>
          <a:r>
            <a:rPr lang="en-US" dirty="0" err="1" smtClean="0"/>
            <a:t>kết</a:t>
          </a:r>
          <a:r>
            <a:rPr lang="en-US" dirty="0" smtClean="0"/>
            <a:t> </a:t>
          </a:r>
          <a:r>
            <a:rPr lang="en-US" dirty="0" err="1" smtClean="0"/>
            <a:t>ngân</a:t>
          </a:r>
          <a:r>
            <a:rPr lang="en-US" dirty="0" smtClean="0"/>
            <a:t> </a:t>
          </a:r>
          <a:r>
            <a:rPr lang="en-US" dirty="0" err="1" smtClean="0"/>
            <a:t>hàng</a:t>
          </a:r>
          <a:r>
            <a:rPr lang="en-US" dirty="0" smtClean="0"/>
            <a:t> BIDV</a:t>
          </a:r>
        </a:p>
      </dgm:t>
    </dgm:pt>
    <dgm:pt modelId="{0BBFACFF-4395-4EB6-962E-B4087CC77A5F}" type="parTrans" cxnId="{FF037491-F955-4C7C-A85F-4A15A733C5D5}">
      <dgm:prSet/>
      <dgm:spPr/>
      <dgm:t>
        <a:bodyPr/>
        <a:lstStyle/>
        <a:p>
          <a:endParaRPr lang="en-US"/>
        </a:p>
      </dgm:t>
    </dgm:pt>
    <dgm:pt modelId="{B5B5B5BB-96E2-4AA0-A128-CB56842CD524}" type="sibTrans" cxnId="{FF037491-F955-4C7C-A85F-4A15A733C5D5}">
      <dgm:prSet/>
      <dgm:spPr/>
      <dgm:t>
        <a:bodyPr/>
        <a:lstStyle/>
        <a:p>
          <a:endParaRPr lang="en-US"/>
        </a:p>
      </dgm:t>
    </dgm:pt>
    <dgm:pt modelId="{BDEAD131-04DB-45D9-BDA3-092C55662A09}">
      <dgm:prSet phldrT="[Text]"/>
      <dgm:spPr/>
      <dgm:t>
        <a:bodyPr/>
        <a:lstStyle/>
        <a:p>
          <a:r>
            <a:rPr lang="en-US" dirty="0" err="1" smtClean="0"/>
            <a:t>Thanh</a:t>
          </a:r>
          <a:r>
            <a:rPr lang="en-US" dirty="0" smtClean="0"/>
            <a:t> </a:t>
          </a:r>
          <a:r>
            <a:rPr lang="en-US" dirty="0" err="1" smtClean="0"/>
            <a:t>toán</a:t>
          </a:r>
          <a:r>
            <a:rPr lang="en-US" dirty="0" smtClean="0"/>
            <a:t> </a:t>
          </a:r>
          <a:r>
            <a:rPr lang="en-US" dirty="0" err="1" smtClean="0"/>
            <a:t>học</a:t>
          </a:r>
          <a:r>
            <a:rPr lang="en-US" dirty="0" smtClean="0"/>
            <a:t> </a:t>
          </a:r>
          <a:r>
            <a:rPr lang="en-US" dirty="0" err="1" smtClean="0"/>
            <a:t>phí</a:t>
          </a:r>
          <a:endParaRPr lang="en-US" dirty="0"/>
        </a:p>
      </dgm:t>
    </dgm:pt>
    <dgm:pt modelId="{B1BC8A55-CE27-4896-B6D7-83E648C6672F}" type="parTrans" cxnId="{07340F77-2083-4796-8138-1F6170790614}">
      <dgm:prSet/>
      <dgm:spPr/>
      <dgm:t>
        <a:bodyPr/>
        <a:lstStyle/>
        <a:p>
          <a:endParaRPr lang="en-US"/>
        </a:p>
      </dgm:t>
    </dgm:pt>
    <dgm:pt modelId="{8394F21C-DCDB-4B00-8CCB-654D112DFCB4}" type="sibTrans" cxnId="{07340F77-2083-4796-8138-1F6170790614}">
      <dgm:prSet/>
      <dgm:spPr/>
      <dgm:t>
        <a:bodyPr/>
        <a:lstStyle/>
        <a:p>
          <a:endParaRPr lang="en-US"/>
        </a:p>
      </dgm:t>
    </dgm:pt>
    <dgm:pt modelId="{7CAEAD8D-B5B9-4164-8629-9A776FE6C7F9}">
      <dgm:prSet phldrT="[Text]"/>
      <dgm:spPr/>
      <dgm:t>
        <a:bodyPr/>
        <a:lstStyle/>
        <a:p>
          <a:r>
            <a:rPr lang="en-US" dirty="0" err="1" smtClean="0"/>
            <a:t>Rút</a:t>
          </a:r>
          <a:r>
            <a:rPr lang="en-US" dirty="0" smtClean="0"/>
            <a:t> </a:t>
          </a:r>
          <a:r>
            <a:rPr lang="en-US" dirty="0" err="1" smtClean="0"/>
            <a:t>tiền</a:t>
          </a:r>
          <a:endParaRPr lang="en-US" dirty="0" smtClean="0"/>
        </a:p>
      </dgm:t>
    </dgm:pt>
    <dgm:pt modelId="{306922B6-E5A3-477D-AD28-C5A012B50D60}" type="parTrans" cxnId="{F27B8A30-1EC4-405D-B94E-F70D5CFB9FA4}">
      <dgm:prSet/>
      <dgm:spPr/>
      <dgm:t>
        <a:bodyPr/>
        <a:lstStyle/>
        <a:p>
          <a:endParaRPr lang="en-US"/>
        </a:p>
      </dgm:t>
    </dgm:pt>
    <dgm:pt modelId="{11DEC4BC-DD94-404D-BFE0-B38502A6381D}" type="sibTrans" cxnId="{F27B8A30-1EC4-405D-B94E-F70D5CFB9FA4}">
      <dgm:prSet/>
      <dgm:spPr/>
      <dgm:t>
        <a:bodyPr/>
        <a:lstStyle/>
        <a:p>
          <a:endParaRPr lang="en-US"/>
        </a:p>
      </dgm:t>
    </dgm:pt>
    <dgm:pt modelId="{401BD6DA-889B-4779-9357-D374C9F5F46E}">
      <dgm:prSet phldrT="[Text]"/>
      <dgm:spPr/>
      <dgm:t>
        <a:bodyPr/>
        <a:lstStyle/>
        <a:p>
          <a:r>
            <a:rPr lang="en-US" smtClean="0"/>
            <a:t>Nạp </a:t>
          </a:r>
          <a:r>
            <a:rPr lang="en-US" dirty="0" err="1" smtClean="0"/>
            <a:t>tiền</a:t>
          </a:r>
          <a:endParaRPr lang="en-US" dirty="0" smtClean="0"/>
        </a:p>
      </dgm:t>
    </dgm:pt>
    <dgm:pt modelId="{5E27440B-376F-480A-BA93-102731E22250}" type="parTrans" cxnId="{BFCD12C4-E2E8-4E44-A23E-3E0C0E7481E8}">
      <dgm:prSet/>
      <dgm:spPr/>
      <dgm:t>
        <a:bodyPr/>
        <a:lstStyle/>
        <a:p>
          <a:endParaRPr lang="en-US"/>
        </a:p>
      </dgm:t>
    </dgm:pt>
    <dgm:pt modelId="{B1587510-B16B-4EAC-B5EB-1089678FEB3B}" type="sibTrans" cxnId="{BFCD12C4-E2E8-4E44-A23E-3E0C0E7481E8}">
      <dgm:prSet/>
      <dgm:spPr/>
      <dgm:t>
        <a:bodyPr/>
        <a:lstStyle/>
        <a:p>
          <a:endParaRPr lang="en-US"/>
        </a:p>
      </dgm:t>
    </dgm:pt>
    <dgm:pt modelId="{FB00FFE3-E8D0-4C41-AE46-88B07C464178}">
      <dgm:prSet phldrT="[Text]"/>
      <dgm:spPr/>
      <dgm:t>
        <a:bodyPr/>
        <a:lstStyle/>
        <a:p>
          <a:r>
            <a:rPr lang="en-US" dirty="0" err="1" smtClean="0"/>
            <a:t>Hủy</a:t>
          </a:r>
          <a:r>
            <a:rPr lang="en-US" dirty="0" smtClean="0"/>
            <a:t> </a:t>
          </a:r>
          <a:r>
            <a:rPr lang="en-US" dirty="0" err="1" smtClean="0"/>
            <a:t>liên</a:t>
          </a:r>
          <a:r>
            <a:rPr lang="en-US" dirty="0" smtClean="0"/>
            <a:t> </a:t>
          </a:r>
          <a:r>
            <a:rPr lang="en-US" dirty="0" err="1" smtClean="0"/>
            <a:t>kết</a:t>
          </a:r>
          <a:r>
            <a:rPr lang="en-US" dirty="0" smtClean="0"/>
            <a:t> </a:t>
          </a:r>
          <a:r>
            <a:rPr lang="en-US" dirty="0" err="1" smtClean="0"/>
            <a:t>ngân</a:t>
          </a:r>
          <a:r>
            <a:rPr lang="en-US" dirty="0" smtClean="0"/>
            <a:t> </a:t>
          </a:r>
          <a:r>
            <a:rPr lang="en-US" dirty="0" err="1" smtClean="0"/>
            <a:t>hàng</a:t>
          </a:r>
          <a:r>
            <a:rPr lang="en-US" dirty="0" smtClean="0"/>
            <a:t> </a:t>
          </a:r>
        </a:p>
      </dgm:t>
    </dgm:pt>
    <dgm:pt modelId="{671A21C0-8EED-457C-A5FA-322B77DFE197}" type="parTrans" cxnId="{302A56BA-0BF0-4B9A-B5B2-9FEF65CDE286}">
      <dgm:prSet/>
      <dgm:spPr/>
      <dgm:t>
        <a:bodyPr/>
        <a:lstStyle/>
        <a:p>
          <a:endParaRPr lang="en-US"/>
        </a:p>
      </dgm:t>
    </dgm:pt>
    <dgm:pt modelId="{332DB5F8-DFDF-4328-A91E-C88C23653E50}" type="sibTrans" cxnId="{302A56BA-0BF0-4B9A-B5B2-9FEF65CDE286}">
      <dgm:prSet/>
      <dgm:spPr/>
      <dgm:t>
        <a:bodyPr/>
        <a:lstStyle/>
        <a:p>
          <a:endParaRPr lang="en-US"/>
        </a:p>
      </dgm:t>
    </dgm:pt>
    <dgm:pt modelId="{5D1B00BF-259D-46A9-B974-1D174371A451}">
      <dgm:prSet phldrT="[Text]"/>
      <dgm:spPr/>
      <dgm:t>
        <a:bodyPr/>
        <a:lstStyle/>
        <a:p>
          <a:r>
            <a:rPr lang="en-US" dirty="0" err="1" smtClean="0"/>
            <a:t>Tra</a:t>
          </a:r>
          <a:r>
            <a:rPr lang="en-US" dirty="0" smtClean="0"/>
            <a:t> </a:t>
          </a:r>
          <a:r>
            <a:rPr lang="en-US" dirty="0" err="1" smtClean="0"/>
            <a:t>cứu</a:t>
          </a:r>
          <a:r>
            <a:rPr lang="en-US" dirty="0" smtClean="0"/>
            <a:t> </a:t>
          </a:r>
          <a:r>
            <a:rPr lang="en-US" dirty="0" err="1" smtClean="0"/>
            <a:t>lịch</a:t>
          </a:r>
          <a:r>
            <a:rPr lang="en-US" dirty="0" smtClean="0"/>
            <a:t> </a:t>
          </a:r>
          <a:r>
            <a:rPr lang="en-US" dirty="0" err="1" smtClean="0"/>
            <a:t>sử</a:t>
          </a:r>
          <a:r>
            <a:rPr lang="en-US" dirty="0" smtClean="0"/>
            <a:t> </a:t>
          </a:r>
          <a:r>
            <a:rPr lang="en-US" dirty="0" err="1" smtClean="0"/>
            <a:t>giao</a:t>
          </a:r>
          <a:r>
            <a:rPr lang="en-US" dirty="0" smtClean="0"/>
            <a:t> </a:t>
          </a:r>
          <a:r>
            <a:rPr lang="en-US" dirty="0" err="1" smtClean="0"/>
            <a:t>dịch</a:t>
          </a:r>
          <a:endParaRPr lang="en-US" dirty="0"/>
        </a:p>
      </dgm:t>
    </dgm:pt>
    <dgm:pt modelId="{62C85DF8-8FA6-4EE9-A8B1-A570873F1C2C}" type="parTrans" cxnId="{0694BB01-4394-4832-8A53-EF5CEA97DEBD}">
      <dgm:prSet/>
      <dgm:spPr/>
    </dgm:pt>
    <dgm:pt modelId="{CAA29F86-B5C6-4D5B-A018-3D55186925ED}" type="sibTrans" cxnId="{0694BB01-4394-4832-8A53-EF5CEA97DEBD}">
      <dgm:prSet/>
      <dgm:spPr/>
    </dgm:pt>
    <dgm:pt modelId="{56F994A6-A9E0-49B9-93C4-5D9D9CBDAB18}" type="pres">
      <dgm:prSet presAssocID="{8D11DA82-86EC-488B-89B2-3AEA2494017A}" presName="linear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24471060-8ED1-43AB-AF5D-1E57C806FFF5}" type="pres">
      <dgm:prSet presAssocID="{12F11CA2-62ED-4304-A08D-95B0B671ADDB}" presName="parentLin" presStyleCnt="0"/>
      <dgm:spPr/>
    </dgm:pt>
    <dgm:pt modelId="{5D3E86C8-221F-4E84-9172-EF9CAB0E1CF4}" type="pres">
      <dgm:prSet presAssocID="{12F11CA2-62ED-4304-A08D-95B0B671ADDB}" presName="parentLeftMargin" presStyleLbl="node1" presStyleIdx="0" presStyleCnt="6"/>
      <dgm:spPr/>
      <dgm:t>
        <a:bodyPr/>
        <a:lstStyle/>
        <a:p>
          <a:endParaRPr lang="en-US"/>
        </a:p>
      </dgm:t>
    </dgm:pt>
    <dgm:pt modelId="{30D6C2DB-DC02-49B5-9B1D-D45ABAA588E3}" type="pres">
      <dgm:prSet presAssocID="{12F11CA2-62ED-4304-A08D-95B0B671ADDB}" presName="parentText" presStyleLbl="node1" presStyleIdx="0" presStyleCnt="6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143A357-8BE6-4E0A-A275-B12C8217B7EB}" type="pres">
      <dgm:prSet presAssocID="{12F11CA2-62ED-4304-A08D-95B0B671ADDB}" presName="negativeSpace" presStyleCnt="0"/>
      <dgm:spPr/>
    </dgm:pt>
    <dgm:pt modelId="{F6BA6AB3-1BAA-4208-BA52-266E236EC9F4}" type="pres">
      <dgm:prSet presAssocID="{12F11CA2-62ED-4304-A08D-95B0B671ADDB}" presName="childText" presStyleLbl="conFgAcc1" presStyleIdx="0" presStyleCnt="6">
        <dgm:presLayoutVars>
          <dgm:bulletEnabled val="1"/>
        </dgm:presLayoutVars>
      </dgm:prSet>
      <dgm:spPr/>
    </dgm:pt>
    <dgm:pt modelId="{3BF105CA-8B6B-410F-A8D7-F4C059D3596C}" type="pres">
      <dgm:prSet presAssocID="{B5B5B5BB-96E2-4AA0-A128-CB56842CD524}" presName="spaceBetweenRectangles" presStyleCnt="0"/>
      <dgm:spPr/>
    </dgm:pt>
    <dgm:pt modelId="{857B5C8B-82AE-492F-A1B9-3803ED8A2689}" type="pres">
      <dgm:prSet presAssocID="{FB00FFE3-E8D0-4C41-AE46-88B07C464178}" presName="parentLin" presStyleCnt="0"/>
      <dgm:spPr/>
    </dgm:pt>
    <dgm:pt modelId="{7EE45230-2FAF-42C2-A4ED-193BC8BA9B75}" type="pres">
      <dgm:prSet presAssocID="{FB00FFE3-E8D0-4C41-AE46-88B07C464178}" presName="parentLeftMargin" presStyleLbl="node1" presStyleIdx="0" presStyleCnt="6"/>
      <dgm:spPr/>
      <dgm:t>
        <a:bodyPr/>
        <a:lstStyle/>
        <a:p>
          <a:endParaRPr lang="en-US"/>
        </a:p>
      </dgm:t>
    </dgm:pt>
    <dgm:pt modelId="{62D7A292-C3A2-4395-98AB-41AF85DA8F23}" type="pres">
      <dgm:prSet presAssocID="{FB00FFE3-E8D0-4C41-AE46-88B07C464178}" presName="parentText" presStyleLbl="node1" presStyleIdx="1" presStyleCnt="6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DB75659-1F67-4356-B186-B140121A7B8F}" type="pres">
      <dgm:prSet presAssocID="{FB00FFE3-E8D0-4C41-AE46-88B07C464178}" presName="negativeSpace" presStyleCnt="0"/>
      <dgm:spPr/>
    </dgm:pt>
    <dgm:pt modelId="{D9799EB5-A95D-4D24-BE66-955A98C2ADAA}" type="pres">
      <dgm:prSet presAssocID="{FB00FFE3-E8D0-4C41-AE46-88B07C464178}" presName="childText" presStyleLbl="conFgAcc1" presStyleIdx="1" presStyleCnt="6">
        <dgm:presLayoutVars>
          <dgm:bulletEnabled val="1"/>
        </dgm:presLayoutVars>
      </dgm:prSet>
      <dgm:spPr/>
    </dgm:pt>
    <dgm:pt modelId="{4DA23BCE-0C3A-4A16-835F-9094CA6BD2AD}" type="pres">
      <dgm:prSet presAssocID="{332DB5F8-DFDF-4328-A91E-C88C23653E50}" presName="spaceBetweenRectangles" presStyleCnt="0"/>
      <dgm:spPr/>
    </dgm:pt>
    <dgm:pt modelId="{4ADC43C2-C65E-41E2-93EB-C205770CBF82}" type="pres">
      <dgm:prSet presAssocID="{401BD6DA-889B-4779-9357-D374C9F5F46E}" presName="parentLin" presStyleCnt="0"/>
      <dgm:spPr/>
    </dgm:pt>
    <dgm:pt modelId="{15798E33-CA5B-4FE3-B097-42AB30D33C4C}" type="pres">
      <dgm:prSet presAssocID="{401BD6DA-889B-4779-9357-D374C9F5F46E}" presName="parentLeftMargin" presStyleLbl="node1" presStyleIdx="1" presStyleCnt="6"/>
      <dgm:spPr/>
      <dgm:t>
        <a:bodyPr/>
        <a:lstStyle/>
        <a:p>
          <a:endParaRPr lang="en-US"/>
        </a:p>
      </dgm:t>
    </dgm:pt>
    <dgm:pt modelId="{5C56CCA7-E437-44A5-90F6-2B6271D22BCA}" type="pres">
      <dgm:prSet presAssocID="{401BD6DA-889B-4779-9357-D374C9F5F46E}" presName="parentText" presStyleLbl="node1" presStyleIdx="2" presStyleCnt="6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56034D9-1AFB-4BCD-820E-6D898A463ED8}" type="pres">
      <dgm:prSet presAssocID="{401BD6DA-889B-4779-9357-D374C9F5F46E}" presName="negativeSpace" presStyleCnt="0"/>
      <dgm:spPr/>
    </dgm:pt>
    <dgm:pt modelId="{C7D99E59-CFC6-4C06-BFD6-BE3703F8A3B3}" type="pres">
      <dgm:prSet presAssocID="{401BD6DA-889B-4779-9357-D374C9F5F46E}" presName="childText" presStyleLbl="conFgAcc1" presStyleIdx="2" presStyleCnt="6">
        <dgm:presLayoutVars>
          <dgm:bulletEnabled val="1"/>
        </dgm:presLayoutVars>
      </dgm:prSet>
      <dgm:spPr/>
    </dgm:pt>
    <dgm:pt modelId="{A59FA585-B5C6-4DCB-BD05-9A3358866CFE}" type="pres">
      <dgm:prSet presAssocID="{B1587510-B16B-4EAC-B5EB-1089678FEB3B}" presName="spaceBetweenRectangles" presStyleCnt="0"/>
      <dgm:spPr/>
    </dgm:pt>
    <dgm:pt modelId="{0CAB8541-53E5-4CD5-89A5-D9337A9BF5EB}" type="pres">
      <dgm:prSet presAssocID="{7CAEAD8D-B5B9-4164-8629-9A776FE6C7F9}" presName="parentLin" presStyleCnt="0"/>
      <dgm:spPr/>
    </dgm:pt>
    <dgm:pt modelId="{2267FDB5-92DE-4E8F-A157-D613C5BEC8C6}" type="pres">
      <dgm:prSet presAssocID="{7CAEAD8D-B5B9-4164-8629-9A776FE6C7F9}" presName="parentLeftMargin" presStyleLbl="node1" presStyleIdx="2" presStyleCnt="6"/>
      <dgm:spPr/>
      <dgm:t>
        <a:bodyPr/>
        <a:lstStyle/>
        <a:p>
          <a:endParaRPr lang="en-US"/>
        </a:p>
      </dgm:t>
    </dgm:pt>
    <dgm:pt modelId="{FD17F958-DDD7-4631-9757-FFBF23042F93}" type="pres">
      <dgm:prSet presAssocID="{7CAEAD8D-B5B9-4164-8629-9A776FE6C7F9}" presName="parentText" presStyleLbl="node1" presStyleIdx="3" presStyleCnt="6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873F1FA-F539-4B87-8FD2-F5CF0178BD41}" type="pres">
      <dgm:prSet presAssocID="{7CAEAD8D-B5B9-4164-8629-9A776FE6C7F9}" presName="negativeSpace" presStyleCnt="0"/>
      <dgm:spPr/>
    </dgm:pt>
    <dgm:pt modelId="{1BD9E9C2-102D-46FB-B670-E9AEA8463A61}" type="pres">
      <dgm:prSet presAssocID="{7CAEAD8D-B5B9-4164-8629-9A776FE6C7F9}" presName="childText" presStyleLbl="conFgAcc1" presStyleIdx="3" presStyleCnt="6">
        <dgm:presLayoutVars>
          <dgm:bulletEnabled val="1"/>
        </dgm:presLayoutVars>
      </dgm:prSet>
      <dgm:spPr/>
    </dgm:pt>
    <dgm:pt modelId="{86C8829F-6782-4DA1-93AA-3A369C0A0249}" type="pres">
      <dgm:prSet presAssocID="{11DEC4BC-DD94-404D-BFE0-B38502A6381D}" presName="spaceBetweenRectangles" presStyleCnt="0"/>
      <dgm:spPr/>
    </dgm:pt>
    <dgm:pt modelId="{FEEB1BA9-4CE5-4365-9BED-216B6604317D}" type="pres">
      <dgm:prSet presAssocID="{BDEAD131-04DB-45D9-BDA3-092C55662A09}" presName="parentLin" presStyleCnt="0"/>
      <dgm:spPr/>
    </dgm:pt>
    <dgm:pt modelId="{917D21C5-AD54-42FF-A2BA-8E6087C2CE68}" type="pres">
      <dgm:prSet presAssocID="{BDEAD131-04DB-45D9-BDA3-092C55662A09}" presName="parentLeftMargin" presStyleLbl="node1" presStyleIdx="3" presStyleCnt="6"/>
      <dgm:spPr/>
      <dgm:t>
        <a:bodyPr/>
        <a:lstStyle/>
        <a:p>
          <a:endParaRPr lang="en-US"/>
        </a:p>
      </dgm:t>
    </dgm:pt>
    <dgm:pt modelId="{81A14ECA-E243-4A07-8FFB-D7160248A940}" type="pres">
      <dgm:prSet presAssocID="{BDEAD131-04DB-45D9-BDA3-092C55662A09}" presName="parentText" presStyleLbl="node1" presStyleIdx="4" presStyleCnt="6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068CF48-F0AA-4CFE-A5CA-592E94F14DE0}" type="pres">
      <dgm:prSet presAssocID="{BDEAD131-04DB-45D9-BDA3-092C55662A09}" presName="negativeSpace" presStyleCnt="0"/>
      <dgm:spPr/>
    </dgm:pt>
    <dgm:pt modelId="{3F822C87-E9CC-4207-87E1-629BD1FC46B5}" type="pres">
      <dgm:prSet presAssocID="{BDEAD131-04DB-45D9-BDA3-092C55662A09}" presName="childText" presStyleLbl="conFgAcc1" presStyleIdx="4" presStyleCnt="6">
        <dgm:presLayoutVars>
          <dgm:bulletEnabled val="1"/>
        </dgm:presLayoutVars>
      </dgm:prSet>
      <dgm:spPr/>
    </dgm:pt>
    <dgm:pt modelId="{5A5E169E-9B50-4557-A86F-19B9FC14291D}" type="pres">
      <dgm:prSet presAssocID="{8394F21C-DCDB-4B00-8CCB-654D112DFCB4}" presName="spaceBetweenRectangles" presStyleCnt="0"/>
      <dgm:spPr/>
    </dgm:pt>
    <dgm:pt modelId="{A8D81EE3-348E-4343-8745-64D5792FFD37}" type="pres">
      <dgm:prSet presAssocID="{5D1B00BF-259D-46A9-B974-1D174371A451}" presName="parentLin" presStyleCnt="0"/>
      <dgm:spPr/>
    </dgm:pt>
    <dgm:pt modelId="{D3EC53DB-A1F8-45B8-8ACF-7C3B87CD3856}" type="pres">
      <dgm:prSet presAssocID="{5D1B00BF-259D-46A9-B974-1D174371A451}" presName="parentLeftMargin" presStyleLbl="node1" presStyleIdx="4" presStyleCnt="6"/>
      <dgm:spPr/>
      <dgm:t>
        <a:bodyPr/>
        <a:lstStyle/>
        <a:p>
          <a:endParaRPr lang="en-US"/>
        </a:p>
      </dgm:t>
    </dgm:pt>
    <dgm:pt modelId="{1445BBC0-E30D-47BF-8258-0C7B35A399FF}" type="pres">
      <dgm:prSet presAssocID="{5D1B00BF-259D-46A9-B974-1D174371A451}" presName="parentText" presStyleLbl="node1" presStyleIdx="5" presStyleCnt="6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F2DBD3C-2375-47BB-A7B5-19F52E023585}" type="pres">
      <dgm:prSet presAssocID="{5D1B00BF-259D-46A9-B974-1D174371A451}" presName="negativeSpace" presStyleCnt="0"/>
      <dgm:spPr/>
    </dgm:pt>
    <dgm:pt modelId="{1AAD0287-366B-4764-A8AD-24D50C47A358}" type="pres">
      <dgm:prSet presAssocID="{5D1B00BF-259D-46A9-B974-1D174371A451}" presName="childText" presStyleLbl="conFgAcc1" presStyleIdx="5" presStyleCnt="6">
        <dgm:presLayoutVars>
          <dgm:bulletEnabled val="1"/>
        </dgm:presLayoutVars>
      </dgm:prSet>
      <dgm:spPr/>
    </dgm:pt>
  </dgm:ptLst>
  <dgm:cxnLst>
    <dgm:cxn modelId="{1CDDD0CA-6C57-4E72-907F-37194D4C6F82}" type="presOf" srcId="{7CAEAD8D-B5B9-4164-8629-9A776FE6C7F9}" destId="{FD17F958-DDD7-4631-9757-FFBF23042F93}" srcOrd="1" destOrd="0" presId="urn:microsoft.com/office/officeart/2005/8/layout/list1"/>
    <dgm:cxn modelId="{C40A2D12-E0E1-4430-ABC1-F0F377146DC3}" type="presOf" srcId="{12F11CA2-62ED-4304-A08D-95B0B671ADDB}" destId="{5D3E86C8-221F-4E84-9172-EF9CAB0E1CF4}" srcOrd="0" destOrd="0" presId="urn:microsoft.com/office/officeart/2005/8/layout/list1"/>
    <dgm:cxn modelId="{F27B8A30-1EC4-405D-B94E-F70D5CFB9FA4}" srcId="{8D11DA82-86EC-488B-89B2-3AEA2494017A}" destId="{7CAEAD8D-B5B9-4164-8629-9A776FE6C7F9}" srcOrd="3" destOrd="0" parTransId="{306922B6-E5A3-477D-AD28-C5A012B50D60}" sibTransId="{11DEC4BC-DD94-404D-BFE0-B38502A6381D}"/>
    <dgm:cxn modelId="{F3596EA0-2600-40A2-A70C-94932AD3AA3B}" type="presOf" srcId="{5D1B00BF-259D-46A9-B974-1D174371A451}" destId="{1445BBC0-E30D-47BF-8258-0C7B35A399FF}" srcOrd="1" destOrd="0" presId="urn:microsoft.com/office/officeart/2005/8/layout/list1"/>
    <dgm:cxn modelId="{D16A1E36-E20A-44C2-9E04-444D01A2DEB8}" type="presOf" srcId="{12F11CA2-62ED-4304-A08D-95B0B671ADDB}" destId="{30D6C2DB-DC02-49B5-9B1D-D45ABAA588E3}" srcOrd="1" destOrd="0" presId="urn:microsoft.com/office/officeart/2005/8/layout/list1"/>
    <dgm:cxn modelId="{DB7E4ADD-44D7-4070-9EEA-457DB965A11E}" type="presOf" srcId="{FB00FFE3-E8D0-4C41-AE46-88B07C464178}" destId="{62D7A292-C3A2-4395-98AB-41AF85DA8F23}" srcOrd="1" destOrd="0" presId="urn:microsoft.com/office/officeart/2005/8/layout/list1"/>
    <dgm:cxn modelId="{08561C91-C053-4630-BBB4-04644DDCDD15}" type="presOf" srcId="{401BD6DA-889B-4779-9357-D374C9F5F46E}" destId="{15798E33-CA5B-4FE3-B097-42AB30D33C4C}" srcOrd="0" destOrd="0" presId="urn:microsoft.com/office/officeart/2005/8/layout/list1"/>
    <dgm:cxn modelId="{E7DAF30F-4C58-4807-B932-88721555597A}" type="presOf" srcId="{BDEAD131-04DB-45D9-BDA3-092C55662A09}" destId="{917D21C5-AD54-42FF-A2BA-8E6087C2CE68}" srcOrd="0" destOrd="0" presId="urn:microsoft.com/office/officeart/2005/8/layout/list1"/>
    <dgm:cxn modelId="{BFCD12C4-E2E8-4E44-A23E-3E0C0E7481E8}" srcId="{8D11DA82-86EC-488B-89B2-3AEA2494017A}" destId="{401BD6DA-889B-4779-9357-D374C9F5F46E}" srcOrd="2" destOrd="0" parTransId="{5E27440B-376F-480A-BA93-102731E22250}" sibTransId="{B1587510-B16B-4EAC-B5EB-1089678FEB3B}"/>
    <dgm:cxn modelId="{0694BB01-4394-4832-8A53-EF5CEA97DEBD}" srcId="{8D11DA82-86EC-488B-89B2-3AEA2494017A}" destId="{5D1B00BF-259D-46A9-B974-1D174371A451}" srcOrd="5" destOrd="0" parTransId="{62C85DF8-8FA6-4EE9-A8B1-A570873F1C2C}" sibTransId="{CAA29F86-B5C6-4D5B-A018-3D55186925ED}"/>
    <dgm:cxn modelId="{0A6906F0-EB65-4A75-8343-F7DFE26E7E5C}" type="presOf" srcId="{FB00FFE3-E8D0-4C41-AE46-88B07C464178}" destId="{7EE45230-2FAF-42C2-A4ED-193BC8BA9B75}" srcOrd="0" destOrd="0" presId="urn:microsoft.com/office/officeart/2005/8/layout/list1"/>
    <dgm:cxn modelId="{181505DD-B151-4DB5-A73E-AF8A706B9425}" type="presOf" srcId="{401BD6DA-889B-4779-9357-D374C9F5F46E}" destId="{5C56CCA7-E437-44A5-90F6-2B6271D22BCA}" srcOrd="1" destOrd="0" presId="urn:microsoft.com/office/officeart/2005/8/layout/list1"/>
    <dgm:cxn modelId="{07340F77-2083-4796-8138-1F6170790614}" srcId="{8D11DA82-86EC-488B-89B2-3AEA2494017A}" destId="{BDEAD131-04DB-45D9-BDA3-092C55662A09}" srcOrd="4" destOrd="0" parTransId="{B1BC8A55-CE27-4896-B6D7-83E648C6672F}" sibTransId="{8394F21C-DCDB-4B00-8CCB-654D112DFCB4}"/>
    <dgm:cxn modelId="{66E0EF0A-5AF0-4518-8FBF-8AA3A8687CB9}" type="presOf" srcId="{7CAEAD8D-B5B9-4164-8629-9A776FE6C7F9}" destId="{2267FDB5-92DE-4E8F-A157-D613C5BEC8C6}" srcOrd="0" destOrd="0" presId="urn:microsoft.com/office/officeart/2005/8/layout/list1"/>
    <dgm:cxn modelId="{302A56BA-0BF0-4B9A-B5B2-9FEF65CDE286}" srcId="{8D11DA82-86EC-488B-89B2-3AEA2494017A}" destId="{FB00FFE3-E8D0-4C41-AE46-88B07C464178}" srcOrd="1" destOrd="0" parTransId="{671A21C0-8EED-457C-A5FA-322B77DFE197}" sibTransId="{332DB5F8-DFDF-4328-A91E-C88C23653E50}"/>
    <dgm:cxn modelId="{FF037491-F955-4C7C-A85F-4A15A733C5D5}" srcId="{8D11DA82-86EC-488B-89B2-3AEA2494017A}" destId="{12F11CA2-62ED-4304-A08D-95B0B671ADDB}" srcOrd="0" destOrd="0" parTransId="{0BBFACFF-4395-4EB6-962E-B4087CC77A5F}" sibTransId="{B5B5B5BB-96E2-4AA0-A128-CB56842CD524}"/>
    <dgm:cxn modelId="{D63CCAD8-79C7-4734-8350-11037575D7B9}" type="presOf" srcId="{5D1B00BF-259D-46A9-B974-1D174371A451}" destId="{D3EC53DB-A1F8-45B8-8ACF-7C3B87CD3856}" srcOrd="0" destOrd="0" presId="urn:microsoft.com/office/officeart/2005/8/layout/list1"/>
    <dgm:cxn modelId="{66884785-CACB-420F-9E13-908CBF95DD47}" type="presOf" srcId="{BDEAD131-04DB-45D9-BDA3-092C55662A09}" destId="{81A14ECA-E243-4A07-8FFB-D7160248A940}" srcOrd="1" destOrd="0" presId="urn:microsoft.com/office/officeart/2005/8/layout/list1"/>
    <dgm:cxn modelId="{D8370E32-93B3-4132-B32A-F99175047535}" type="presOf" srcId="{8D11DA82-86EC-488B-89B2-3AEA2494017A}" destId="{56F994A6-A9E0-49B9-93C4-5D9D9CBDAB18}" srcOrd="0" destOrd="0" presId="urn:microsoft.com/office/officeart/2005/8/layout/list1"/>
    <dgm:cxn modelId="{D5426321-188C-4818-A35B-D2A99AF79E33}" type="presParOf" srcId="{56F994A6-A9E0-49B9-93C4-5D9D9CBDAB18}" destId="{24471060-8ED1-43AB-AF5D-1E57C806FFF5}" srcOrd="0" destOrd="0" presId="urn:microsoft.com/office/officeart/2005/8/layout/list1"/>
    <dgm:cxn modelId="{D203B69E-64DC-442F-A068-77FECFB3E77A}" type="presParOf" srcId="{24471060-8ED1-43AB-AF5D-1E57C806FFF5}" destId="{5D3E86C8-221F-4E84-9172-EF9CAB0E1CF4}" srcOrd="0" destOrd="0" presId="urn:microsoft.com/office/officeart/2005/8/layout/list1"/>
    <dgm:cxn modelId="{93B721E2-3471-4FA7-B1CB-926C48F8B2CC}" type="presParOf" srcId="{24471060-8ED1-43AB-AF5D-1E57C806FFF5}" destId="{30D6C2DB-DC02-49B5-9B1D-D45ABAA588E3}" srcOrd="1" destOrd="0" presId="urn:microsoft.com/office/officeart/2005/8/layout/list1"/>
    <dgm:cxn modelId="{80B2FF96-BFAE-4804-A97E-60A7452F4F89}" type="presParOf" srcId="{56F994A6-A9E0-49B9-93C4-5D9D9CBDAB18}" destId="{6143A357-8BE6-4E0A-A275-B12C8217B7EB}" srcOrd="1" destOrd="0" presId="urn:microsoft.com/office/officeart/2005/8/layout/list1"/>
    <dgm:cxn modelId="{6CB882AE-5867-420D-AA9F-A8D811A2ABB8}" type="presParOf" srcId="{56F994A6-A9E0-49B9-93C4-5D9D9CBDAB18}" destId="{F6BA6AB3-1BAA-4208-BA52-266E236EC9F4}" srcOrd="2" destOrd="0" presId="urn:microsoft.com/office/officeart/2005/8/layout/list1"/>
    <dgm:cxn modelId="{021BEE65-07CC-4900-98A8-5FDE9874BA13}" type="presParOf" srcId="{56F994A6-A9E0-49B9-93C4-5D9D9CBDAB18}" destId="{3BF105CA-8B6B-410F-A8D7-F4C059D3596C}" srcOrd="3" destOrd="0" presId="urn:microsoft.com/office/officeart/2005/8/layout/list1"/>
    <dgm:cxn modelId="{2FCEBE20-88BB-48B3-9A1C-DA7AC03C6D33}" type="presParOf" srcId="{56F994A6-A9E0-49B9-93C4-5D9D9CBDAB18}" destId="{857B5C8B-82AE-492F-A1B9-3803ED8A2689}" srcOrd="4" destOrd="0" presId="urn:microsoft.com/office/officeart/2005/8/layout/list1"/>
    <dgm:cxn modelId="{B617E8BC-92D7-4134-9AA0-7CFC7A4E08AD}" type="presParOf" srcId="{857B5C8B-82AE-492F-A1B9-3803ED8A2689}" destId="{7EE45230-2FAF-42C2-A4ED-193BC8BA9B75}" srcOrd="0" destOrd="0" presId="urn:microsoft.com/office/officeart/2005/8/layout/list1"/>
    <dgm:cxn modelId="{3757EA24-D49F-4438-9210-61EDB7BD57AA}" type="presParOf" srcId="{857B5C8B-82AE-492F-A1B9-3803ED8A2689}" destId="{62D7A292-C3A2-4395-98AB-41AF85DA8F23}" srcOrd="1" destOrd="0" presId="urn:microsoft.com/office/officeart/2005/8/layout/list1"/>
    <dgm:cxn modelId="{8B1EB375-687A-4063-9622-6462B4D0E6BA}" type="presParOf" srcId="{56F994A6-A9E0-49B9-93C4-5D9D9CBDAB18}" destId="{7DB75659-1F67-4356-B186-B140121A7B8F}" srcOrd="5" destOrd="0" presId="urn:microsoft.com/office/officeart/2005/8/layout/list1"/>
    <dgm:cxn modelId="{952B6B0B-D51A-46DF-82C0-742866AB43B3}" type="presParOf" srcId="{56F994A6-A9E0-49B9-93C4-5D9D9CBDAB18}" destId="{D9799EB5-A95D-4D24-BE66-955A98C2ADAA}" srcOrd="6" destOrd="0" presId="urn:microsoft.com/office/officeart/2005/8/layout/list1"/>
    <dgm:cxn modelId="{48850B90-2F49-4FC4-8D9A-D0773BAD1462}" type="presParOf" srcId="{56F994A6-A9E0-49B9-93C4-5D9D9CBDAB18}" destId="{4DA23BCE-0C3A-4A16-835F-9094CA6BD2AD}" srcOrd="7" destOrd="0" presId="urn:microsoft.com/office/officeart/2005/8/layout/list1"/>
    <dgm:cxn modelId="{9CD90EDA-FBA9-4BE3-9E65-E01AC854453C}" type="presParOf" srcId="{56F994A6-A9E0-49B9-93C4-5D9D9CBDAB18}" destId="{4ADC43C2-C65E-41E2-93EB-C205770CBF82}" srcOrd="8" destOrd="0" presId="urn:microsoft.com/office/officeart/2005/8/layout/list1"/>
    <dgm:cxn modelId="{3A0FFA94-AAE2-4639-9DB4-1AB5A5474899}" type="presParOf" srcId="{4ADC43C2-C65E-41E2-93EB-C205770CBF82}" destId="{15798E33-CA5B-4FE3-B097-42AB30D33C4C}" srcOrd="0" destOrd="0" presId="urn:microsoft.com/office/officeart/2005/8/layout/list1"/>
    <dgm:cxn modelId="{AE79FC3B-967C-4D4E-8F53-A9277B00F354}" type="presParOf" srcId="{4ADC43C2-C65E-41E2-93EB-C205770CBF82}" destId="{5C56CCA7-E437-44A5-90F6-2B6271D22BCA}" srcOrd="1" destOrd="0" presId="urn:microsoft.com/office/officeart/2005/8/layout/list1"/>
    <dgm:cxn modelId="{F6C3E772-CBBA-4676-957E-22D7BA0A99A6}" type="presParOf" srcId="{56F994A6-A9E0-49B9-93C4-5D9D9CBDAB18}" destId="{556034D9-1AFB-4BCD-820E-6D898A463ED8}" srcOrd="9" destOrd="0" presId="urn:microsoft.com/office/officeart/2005/8/layout/list1"/>
    <dgm:cxn modelId="{4C37D2EC-F419-449E-A042-C86BAB8CDA12}" type="presParOf" srcId="{56F994A6-A9E0-49B9-93C4-5D9D9CBDAB18}" destId="{C7D99E59-CFC6-4C06-BFD6-BE3703F8A3B3}" srcOrd="10" destOrd="0" presId="urn:microsoft.com/office/officeart/2005/8/layout/list1"/>
    <dgm:cxn modelId="{58B0A7B1-4F98-49EA-9953-366CA178600A}" type="presParOf" srcId="{56F994A6-A9E0-49B9-93C4-5D9D9CBDAB18}" destId="{A59FA585-B5C6-4DCB-BD05-9A3358866CFE}" srcOrd="11" destOrd="0" presId="urn:microsoft.com/office/officeart/2005/8/layout/list1"/>
    <dgm:cxn modelId="{758D7B4A-0FA9-4B36-B506-5A23B760ABAA}" type="presParOf" srcId="{56F994A6-A9E0-49B9-93C4-5D9D9CBDAB18}" destId="{0CAB8541-53E5-4CD5-89A5-D9337A9BF5EB}" srcOrd="12" destOrd="0" presId="urn:microsoft.com/office/officeart/2005/8/layout/list1"/>
    <dgm:cxn modelId="{49D3AE24-982D-48E2-89E6-AA0F34DB7D4C}" type="presParOf" srcId="{0CAB8541-53E5-4CD5-89A5-D9337A9BF5EB}" destId="{2267FDB5-92DE-4E8F-A157-D613C5BEC8C6}" srcOrd="0" destOrd="0" presId="urn:microsoft.com/office/officeart/2005/8/layout/list1"/>
    <dgm:cxn modelId="{D04549FB-89B6-402E-A1CE-863B95C5E200}" type="presParOf" srcId="{0CAB8541-53E5-4CD5-89A5-D9337A9BF5EB}" destId="{FD17F958-DDD7-4631-9757-FFBF23042F93}" srcOrd="1" destOrd="0" presId="urn:microsoft.com/office/officeart/2005/8/layout/list1"/>
    <dgm:cxn modelId="{924F11CD-1E60-4AC1-BDC4-876773CEFB50}" type="presParOf" srcId="{56F994A6-A9E0-49B9-93C4-5D9D9CBDAB18}" destId="{F873F1FA-F539-4B87-8FD2-F5CF0178BD41}" srcOrd="13" destOrd="0" presId="urn:microsoft.com/office/officeart/2005/8/layout/list1"/>
    <dgm:cxn modelId="{6F4EA0CC-067E-444E-908B-2C12839071AB}" type="presParOf" srcId="{56F994A6-A9E0-49B9-93C4-5D9D9CBDAB18}" destId="{1BD9E9C2-102D-46FB-B670-E9AEA8463A61}" srcOrd="14" destOrd="0" presId="urn:microsoft.com/office/officeart/2005/8/layout/list1"/>
    <dgm:cxn modelId="{83B0D57B-2EB4-4445-A2DE-BB5E137F8F95}" type="presParOf" srcId="{56F994A6-A9E0-49B9-93C4-5D9D9CBDAB18}" destId="{86C8829F-6782-4DA1-93AA-3A369C0A0249}" srcOrd="15" destOrd="0" presId="urn:microsoft.com/office/officeart/2005/8/layout/list1"/>
    <dgm:cxn modelId="{BF06B521-8525-44D2-A0B4-6E116204BAB6}" type="presParOf" srcId="{56F994A6-A9E0-49B9-93C4-5D9D9CBDAB18}" destId="{FEEB1BA9-4CE5-4365-9BED-216B6604317D}" srcOrd="16" destOrd="0" presId="urn:microsoft.com/office/officeart/2005/8/layout/list1"/>
    <dgm:cxn modelId="{1833C624-12AA-45E4-A6F8-99202A4BD10D}" type="presParOf" srcId="{FEEB1BA9-4CE5-4365-9BED-216B6604317D}" destId="{917D21C5-AD54-42FF-A2BA-8E6087C2CE68}" srcOrd="0" destOrd="0" presId="urn:microsoft.com/office/officeart/2005/8/layout/list1"/>
    <dgm:cxn modelId="{CA5BC717-7765-4C51-B308-BDC0FB3F759E}" type="presParOf" srcId="{FEEB1BA9-4CE5-4365-9BED-216B6604317D}" destId="{81A14ECA-E243-4A07-8FFB-D7160248A940}" srcOrd="1" destOrd="0" presId="urn:microsoft.com/office/officeart/2005/8/layout/list1"/>
    <dgm:cxn modelId="{56C26761-2AD4-4219-8E46-2AA27ED09478}" type="presParOf" srcId="{56F994A6-A9E0-49B9-93C4-5D9D9CBDAB18}" destId="{9068CF48-F0AA-4CFE-A5CA-592E94F14DE0}" srcOrd="17" destOrd="0" presId="urn:microsoft.com/office/officeart/2005/8/layout/list1"/>
    <dgm:cxn modelId="{FAD3674A-1B90-4A0B-8189-1CF86DBB64EF}" type="presParOf" srcId="{56F994A6-A9E0-49B9-93C4-5D9D9CBDAB18}" destId="{3F822C87-E9CC-4207-87E1-629BD1FC46B5}" srcOrd="18" destOrd="0" presId="urn:microsoft.com/office/officeart/2005/8/layout/list1"/>
    <dgm:cxn modelId="{25A6F12E-F6C5-4A6B-A1EA-21EEEBED6280}" type="presParOf" srcId="{56F994A6-A9E0-49B9-93C4-5D9D9CBDAB18}" destId="{5A5E169E-9B50-4557-A86F-19B9FC14291D}" srcOrd="19" destOrd="0" presId="urn:microsoft.com/office/officeart/2005/8/layout/list1"/>
    <dgm:cxn modelId="{AB980355-8882-4E98-A2F1-196F8FA05A05}" type="presParOf" srcId="{56F994A6-A9E0-49B9-93C4-5D9D9CBDAB18}" destId="{A8D81EE3-348E-4343-8745-64D5792FFD37}" srcOrd="20" destOrd="0" presId="urn:microsoft.com/office/officeart/2005/8/layout/list1"/>
    <dgm:cxn modelId="{DB03C28A-3631-4CC3-900A-1203E20FF05B}" type="presParOf" srcId="{A8D81EE3-348E-4343-8745-64D5792FFD37}" destId="{D3EC53DB-A1F8-45B8-8ACF-7C3B87CD3856}" srcOrd="0" destOrd="0" presId="urn:microsoft.com/office/officeart/2005/8/layout/list1"/>
    <dgm:cxn modelId="{5A58FBB3-6162-4053-9FC4-72B83B5433D1}" type="presParOf" srcId="{A8D81EE3-348E-4343-8745-64D5792FFD37}" destId="{1445BBC0-E30D-47BF-8258-0C7B35A399FF}" srcOrd="1" destOrd="0" presId="urn:microsoft.com/office/officeart/2005/8/layout/list1"/>
    <dgm:cxn modelId="{0858FB34-95FE-458F-BF72-290E5D19C913}" type="presParOf" srcId="{56F994A6-A9E0-49B9-93C4-5D9D9CBDAB18}" destId="{9F2DBD3C-2375-47BB-A7B5-19F52E023585}" srcOrd="21" destOrd="0" presId="urn:microsoft.com/office/officeart/2005/8/layout/list1"/>
    <dgm:cxn modelId="{8DB32B4B-B9C1-44C6-A9D2-A01FD54B8B2F}" type="presParOf" srcId="{56F994A6-A9E0-49B9-93C4-5D9D9CBDAB18}" destId="{1AAD0287-366B-4764-A8AD-24D50C47A358}" srcOrd="22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33A2382-BF39-4678-8F76-15005DE73B25}" type="doc">
      <dgm:prSet loTypeId="urn:microsoft.com/office/officeart/2005/8/layout/bProcess4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685F342-10FF-43D0-A454-9FF25C8336B4}">
      <dgm:prSet phldrT="[Text]"/>
      <dgm:spPr>
        <a:solidFill>
          <a:schemeClr val="accent2">
            <a:lumMod val="60000"/>
            <a:lumOff val="40000"/>
          </a:schemeClr>
        </a:solidFill>
      </dgm:spPr>
      <dgm:t>
        <a:bodyPr/>
        <a:lstStyle/>
        <a:p>
          <a:r>
            <a:rPr lang="en-US" dirty="0" smtClean="0"/>
            <a:t>Design</a:t>
          </a:r>
          <a:endParaRPr lang="en-US" dirty="0"/>
        </a:p>
      </dgm:t>
    </dgm:pt>
    <dgm:pt modelId="{89EB1E13-6572-4040-8C1D-8D88A6F8D11D}" type="parTrans" cxnId="{C09B1DCD-A72B-4A8F-94DA-3EF93F580807}">
      <dgm:prSet/>
      <dgm:spPr/>
      <dgm:t>
        <a:bodyPr/>
        <a:lstStyle/>
        <a:p>
          <a:endParaRPr lang="en-US"/>
        </a:p>
      </dgm:t>
    </dgm:pt>
    <dgm:pt modelId="{D2A7A6A4-AE98-4A32-AF17-71AD61119396}" type="sibTrans" cxnId="{C09B1DCD-A72B-4A8F-94DA-3EF93F580807}">
      <dgm:prSet/>
      <dgm:spPr/>
      <dgm:t>
        <a:bodyPr/>
        <a:lstStyle/>
        <a:p>
          <a:endParaRPr lang="en-US"/>
        </a:p>
      </dgm:t>
    </dgm:pt>
    <dgm:pt modelId="{3DE7A05B-B366-47C6-A994-48ACE43DCF48}">
      <dgm:prSet phldrT="[Text]"/>
      <dgm:spPr>
        <a:solidFill>
          <a:schemeClr val="accent2">
            <a:lumMod val="60000"/>
            <a:lumOff val="40000"/>
          </a:schemeClr>
        </a:solidFill>
      </dgm:spPr>
      <dgm:t>
        <a:bodyPr/>
        <a:lstStyle/>
        <a:p>
          <a:r>
            <a:rPr lang="en-US" dirty="0" smtClean="0"/>
            <a:t>Code</a:t>
          </a:r>
          <a:endParaRPr lang="en-US" dirty="0"/>
        </a:p>
      </dgm:t>
    </dgm:pt>
    <dgm:pt modelId="{7F971207-91E6-4C4B-95B9-5826BDB6ED77}" type="parTrans" cxnId="{CE7A77E1-B0CD-4D64-B3D3-6E2F530FB99F}">
      <dgm:prSet/>
      <dgm:spPr/>
      <dgm:t>
        <a:bodyPr/>
        <a:lstStyle/>
        <a:p>
          <a:endParaRPr lang="en-US"/>
        </a:p>
      </dgm:t>
    </dgm:pt>
    <dgm:pt modelId="{261CF234-D9D6-4D81-9FFB-28012286EFF6}" type="sibTrans" cxnId="{CE7A77E1-B0CD-4D64-B3D3-6E2F530FB99F}">
      <dgm:prSet/>
      <dgm:spPr/>
      <dgm:t>
        <a:bodyPr/>
        <a:lstStyle/>
        <a:p>
          <a:endParaRPr lang="en-US"/>
        </a:p>
      </dgm:t>
    </dgm:pt>
    <dgm:pt modelId="{2C0DBF16-5183-4647-807B-2DE62FDDF9B7}">
      <dgm:prSet phldrT="[Text]"/>
      <dgm:spPr>
        <a:solidFill>
          <a:srgbClr val="FF0000"/>
        </a:solidFill>
      </dgm:spPr>
      <dgm:t>
        <a:bodyPr/>
        <a:lstStyle/>
        <a:p>
          <a:r>
            <a:rPr lang="en-US" dirty="0" smtClean="0"/>
            <a:t>Pre-Build</a:t>
          </a:r>
          <a:endParaRPr lang="en-US" dirty="0"/>
        </a:p>
      </dgm:t>
    </dgm:pt>
    <dgm:pt modelId="{A1B0AB36-4495-4230-8403-A79A21BD9CBA}" type="parTrans" cxnId="{8748361A-6292-458C-B743-1A85BA0AD26C}">
      <dgm:prSet/>
      <dgm:spPr/>
      <dgm:t>
        <a:bodyPr/>
        <a:lstStyle/>
        <a:p>
          <a:endParaRPr lang="en-US"/>
        </a:p>
      </dgm:t>
    </dgm:pt>
    <dgm:pt modelId="{73F92054-5AAF-4C2F-9957-C853373529B3}" type="sibTrans" cxnId="{8748361A-6292-458C-B743-1A85BA0AD26C}">
      <dgm:prSet/>
      <dgm:spPr/>
      <dgm:t>
        <a:bodyPr/>
        <a:lstStyle/>
        <a:p>
          <a:endParaRPr lang="en-US"/>
        </a:p>
      </dgm:t>
    </dgm:pt>
    <dgm:pt modelId="{941139BA-3990-4408-974D-0FDF2D24B730}">
      <dgm:prSet phldrT="[Text]"/>
      <dgm:spPr>
        <a:solidFill>
          <a:schemeClr val="accent2">
            <a:lumMod val="60000"/>
            <a:lumOff val="40000"/>
          </a:schemeClr>
        </a:solidFill>
      </dgm:spPr>
      <dgm:t>
        <a:bodyPr/>
        <a:lstStyle/>
        <a:p>
          <a:r>
            <a:rPr lang="en-US" dirty="0" smtClean="0"/>
            <a:t>Release</a:t>
          </a:r>
          <a:endParaRPr lang="en-US" dirty="0"/>
        </a:p>
      </dgm:t>
    </dgm:pt>
    <dgm:pt modelId="{62DCB6E2-55F7-4A07-8BBE-939C7AD27F4B}" type="parTrans" cxnId="{B508275F-DC7F-4D67-AF98-181CB76CF2A9}">
      <dgm:prSet/>
      <dgm:spPr/>
      <dgm:t>
        <a:bodyPr/>
        <a:lstStyle/>
        <a:p>
          <a:endParaRPr lang="en-US"/>
        </a:p>
      </dgm:t>
    </dgm:pt>
    <dgm:pt modelId="{8390123D-E3BA-46FF-B2AF-BD4DB6128934}" type="sibTrans" cxnId="{B508275F-DC7F-4D67-AF98-181CB76CF2A9}">
      <dgm:prSet/>
      <dgm:spPr/>
      <dgm:t>
        <a:bodyPr/>
        <a:lstStyle/>
        <a:p>
          <a:endParaRPr lang="en-US"/>
        </a:p>
      </dgm:t>
    </dgm:pt>
    <dgm:pt modelId="{B3AFC3D1-FE30-4B77-BBA8-19E59A40D4BF}">
      <dgm:prSet phldrT="[Text]"/>
      <dgm:spPr>
        <a:solidFill>
          <a:srgbClr val="FF0000"/>
        </a:solidFill>
      </dgm:spPr>
      <dgm:t>
        <a:bodyPr/>
        <a:lstStyle/>
        <a:p>
          <a:r>
            <a:rPr lang="en-US" dirty="0" smtClean="0"/>
            <a:t>Test (local)</a:t>
          </a:r>
          <a:endParaRPr lang="en-US" dirty="0"/>
        </a:p>
      </dgm:t>
    </dgm:pt>
    <dgm:pt modelId="{92B6AF5D-5824-4401-8615-EB1EF780BF73}" type="parTrans" cxnId="{7C3C0713-B3EA-47C6-AB5F-04438263176F}">
      <dgm:prSet/>
      <dgm:spPr/>
      <dgm:t>
        <a:bodyPr/>
        <a:lstStyle/>
        <a:p>
          <a:endParaRPr lang="en-US"/>
        </a:p>
      </dgm:t>
    </dgm:pt>
    <dgm:pt modelId="{4A012A05-4646-40D1-AB14-0CEC8D329F41}" type="sibTrans" cxnId="{7C3C0713-B3EA-47C6-AB5F-04438263176F}">
      <dgm:prSet/>
      <dgm:spPr/>
      <dgm:t>
        <a:bodyPr/>
        <a:lstStyle/>
        <a:p>
          <a:endParaRPr lang="en-US"/>
        </a:p>
      </dgm:t>
    </dgm:pt>
    <dgm:pt modelId="{A7DD84A4-50AD-4C39-BDD9-1CB333172954}">
      <dgm:prSet phldrT="[Text]"/>
      <dgm:spPr>
        <a:solidFill>
          <a:srgbClr val="FF0000"/>
        </a:solidFill>
      </dgm:spPr>
      <dgm:t>
        <a:bodyPr/>
        <a:lstStyle/>
        <a:p>
          <a:r>
            <a:rPr lang="en-US" dirty="0" smtClean="0"/>
            <a:t>Post-Build</a:t>
          </a:r>
          <a:endParaRPr lang="en-US" dirty="0"/>
        </a:p>
      </dgm:t>
    </dgm:pt>
    <dgm:pt modelId="{58172ADD-880C-407D-B7D4-5B6EABB15FE9}" type="parTrans" cxnId="{4B29AEE7-669A-4279-8B1E-91638605F5EC}">
      <dgm:prSet/>
      <dgm:spPr/>
      <dgm:t>
        <a:bodyPr/>
        <a:lstStyle/>
        <a:p>
          <a:endParaRPr lang="en-US"/>
        </a:p>
      </dgm:t>
    </dgm:pt>
    <dgm:pt modelId="{C81EDDF6-755C-49CE-B7FB-DF0507B4C6B0}" type="sibTrans" cxnId="{4B29AEE7-669A-4279-8B1E-91638605F5EC}">
      <dgm:prSet/>
      <dgm:spPr/>
      <dgm:t>
        <a:bodyPr/>
        <a:lstStyle/>
        <a:p>
          <a:endParaRPr lang="en-US"/>
        </a:p>
      </dgm:t>
    </dgm:pt>
    <dgm:pt modelId="{F6874337-DA90-42F2-9427-00DECCCF5CCE}">
      <dgm:prSet phldrT="[Text]"/>
      <dgm:spPr/>
      <dgm:t>
        <a:bodyPr/>
        <a:lstStyle/>
        <a:p>
          <a:r>
            <a:rPr lang="en-US" dirty="0" smtClean="0"/>
            <a:t>Deploy</a:t>
          </a:r>
          <a:endParaRPr lang="en-US" dirty="0"/>
        </a:p>
      </dgm:t>
    </dgm:pt>
    <dgm:pt modelId="{592C4DA5-59E0-4AE3-A6AC-ED2AF4B4776B}" type="parTrans" cxnId="{41CD717C-D869-4E59-8143-D0560D09317B}">
      <dgm:prSet/>
      <dgm:spPr/>
      <dgm:t>
        <a:bodyPr/>
        <a:lstStyle/>
        <a:p>
          <a:endParaRPr lang="en-US"/>
        </a:p>
      </dgm:t>
    </dgm:pt>
    <dgm:pt modelId="{1C882D58-2489-486D-9517-7B39906B9250}" type="sibTrans" cxnId="{41CD717C-D869-4E59-8143-D0560D09317B}">
      <dgm:prSet/>
      <dgm:spPr/>
      <dgm:t>
        <a:bodyPr/>
        <a:lstStyle/>
        <a:p>
          <a:endParaRPr lang="en-US"/>
        </a:p>
      </dgm:t>
    </dgm:pt>
    <dgm:pt modelId="{046920BD-FB2A-4035-8F06-095D3718A7CD}">
      <dgm:prSet phldrT="[Text]"/>
      <dgm:spPr/>
      <dgm:t>
        <a:bodyPr/>
        <a:lstStyle/>
        <a:p>
          <a:r>
            <a:rPr lang="en-US" dirty="0" smtClean="0"/>
            <a:t>Monitor</a:t>
          </a:r>
          <a:endParaRPr lang="en-US" dirty="0"/>
        </a:p>
      </dgm:t>
    </dgm:pt>
    <dgm:pt modelId="{CB80BE4B-42BD-4EB5-BECA-2CE811C0E799}" type="parTrans" cxnId="{A10E84A2-4B48-4DC0-89C0-EC0E2451048C}">
      <dgm:prSet/>
      <dgm:spPr/>
      <dgm:t>
        <a:bodyPr/>
        <a:lstStyle/>
        <a:p>
          <a:endParaRPr lang="en-US"/>
        </a:p>
      </dgm:t>
    </dgm:pt>
    <dgm:pt modelId="{70A35674-43A7-420A-87BE-29C1C5D59ACE}" type="sibTrans" cxnId="{A10E84A2-4B48-4DC0-89C0-EC0E2451048C}">
      <dgm:prSet/>
      <dgm:spPr/>
      <dgm:t>
        <a:bodyPr/>
        <a:lstStyle/>
        <a:p>
          <a:endParaRPr lang="en-US"/>
        </a:p>
      </dgm:t>
    </dgm:pt>
    <dgm:pt modelId="{3E32B671-87C1-4BC7-B1D7-85FDCFEEC75B}">
      <dgm:prSet phldrT="[Text]"/>
      <dgm:spPr>
        <a:solidFill>
          <a:srgbClr val="C00000"/>
        </a:solidFill>
      </dgm:spPr>
      <dgm:t>
        <a:bodyPr/>
        <a:lstStyle/>
        <a:p>
          <a:r>
            <a:rPr lang="en-US" dirty="0" smtClean="0"/>
            <a:t>Pentest</a:t>
          </a:r>
          <a:endParaRPr lang="en-US" dirty="0"/>
        </a:p>
      </dgm:t>
    </dgm:pt>
    <dgm:pt modelId="{27098558-91C2-4D65-AAE8-51A99FF4148B}" type="parTrans" cxnId="{A91D44CA-7D5D-4E49-92D4-94FCB843ECD9}">
      <dgm:prSet/>
      <dgm:spPr/>
      <dgm:t>
        <a:bodyPr/>
        <a:lstStyle/>
        <a:p>
          <a:endParaRPr lang="en-US"/>
        </a:p>
      </dgm:t>
    </dgm:pt>
    <dgm:pt modelId="{A50D1376-D908-4E49-A39D-9E8321BF4E26}" type="sibTrans" cxnId="{A91D44CA-7D5D-4E49-92D4-94FCB843ECD9}">
      <dgm:prSet/>
      <dgm:spPr/>
      <dgm:t>
        <a:bodyPr/>
        <a:lstStyle/>
        <a:p>
          <a:endParaRPr lang="en-US"/>
        </a:p>
      </dgm:t>
    </dgm:pt>
    <dgm:pt modelId="{BB097508-89B7-48B0-A3AD-7F8E8F32E441}" type="pres">
      <dgm:prSet presAssocID="{B33A2382-BF39-4678-8F76-15005DE73B25}" presName="Name0" presStyleCnt="0">
        <dgm:presLayoutVars>
          <dgm:dir/>
          <dgm:resizeHandles/>
        </dgm:presLayoutVars>
      </dgm:prSet>
      <dgm:spPr/>
    </dgm:pt>
    <dgm:pt modelId="{B8A1931F-B8F6-4217-941A-04FF85DC51B9}" type="pres">
      <dgm:prSet presAssocID="{4685F342-10FF-43D0-A454-9FF25C8336B4}" presName="compNode" presStyleCnt="0"/>
      <dgm:spPr/>
    </dgm:pt>
    <dgm:pt modelId="{B13A7742-CFBF-4C8A-9BB9-6A84DC53C377}" type="pres">
      <dgm:prSet presAssocID="{4685F342-10FF-43D0-A454-9FF25C8336B4}" presName="dummyConnPt" presStyleCnt="0"/>
      <dgm:spPr/>
    </dgm:pt>
    <dgm:pt modelId="{46F71935-594D-4BA3-AF73-79B9AA75B57D}" type="pres">
      <dgm:prSet presAssocID="{4685F342-10FF-43D0-A454-9FF25C8336B4}" presName="node" presStyleLbl="node1" presStyleIdx="0" presStyleCnt="9" custLinFactNeighborX="-849" custLinFactNeighborY="107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D02C09F-4FD6-49E3-8915-A42CF51FA7EC}" type="pres">
      <dgm:prSet presAssocID="{D2A7A6A4-AE98-4A32-AF17-71AD61119396}" presName="sibTrans" presStyleLbl="bgSibTrans2D1" presStyleIdx="0" presStyleCnt="8"/>
      <dgm:spPr/>
    </dgm:pt>
    <dgm:pt modelId="{A7EB7008-7669-4B91-BBBF-999CBB463D8C}" type="pres">
      <dgm:prSet presAssocID="{3DE7A05B-B366-47C6-A994-48ACE43DCF48}" presName="compNode" presStyleCnt="0"/>
      <dgm:spPr/>
    </dgm:pt>
    <dgm:pt modelId="{E0608977-433F-43E9-9297-6B5BB375B60E}" type="pres">
      <dgm:prSet presAssocID="{3DE7A05B-B366-47C6-A994-48ACE43DCF48}" presName="dummyConnPt" presStyleCnt="0"/>
      <dgm:spPr/>
    </dgm:pt>
    <dgm:pt modelId="{37DB96B8-3D42-4101-9520-55E73157FC5D}" type="pres">
      <dgm:prSet presAssocID="{3DE7A05B-B366-47C6-A994-48ACE43DCF48}" presName="node" presStyleLbl="node1" presStyleIdx="1" presStyleCnt="9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DC1281F-76C1-4E2A-A260-0902AF7F58CC}" type="pres">
      <dgm:prSet presAssocID="{261CF234-D9D6-4D81-9FFB-28012286EFF6}" presName="sibTrans" presStyleLbl="bgSibTrans2D1" presStyleIdx="1" presStyleCnt="8"/>
      <dgm:spPr/>
    </dgm:pt>
    <dgm:pt modelId="{1BB8B9A8-F768-456A-9F39-AC1E76B1F28A}" type="pres">
      <dgm:prSet presAssocID="{2C0DBF16-5183-4647-807B-2DE62FDDF9B7}" presName="compNode" presStyleCnt="0"/>
      <dgm:spPr/>
    </dgm:pt>
    <dgm:pt modelId="{5013807D-200C-43AA-BCD5-36870F9745D3}" type="pres">
      <dgm:prSet presAssocID="{2C0DBF16-5183-4647-807B-2DE62FDDF9B7}" presName="dummyConnPt" presStyleCnt="0"/>
      <dgm:spPr/>
    </dgm:pt>
    <dgm:pt modelId="{04BC49E4-258A-4925-87A9-D69383D07DB0}" type="pres">
      <dgm:prSet presAssocID="{2C0DBF16-5183-4647-807B-2DE62FDDF9B7}" presName="node" presStyleLbl="node1" presStyleIdx="2" presStyleCnt="9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5F817CF-65BD-4B0A-BD0C-2DE2203A0DC1}" type="pres">
      <dgm:prSet presAssocID="{73F92054-5AAF-4C2F-9957-C853373529B3}" presName="sibTrans" presStyleLbl="bgSibTrans2D1" presStyleIdx="2" presStyleCnt="8"/>
      <dgm:spPr/>
    </dgm:pt>
    <dgm:pt modelId="{A44F71BE-7A3C-4DFE-AF0A-23A7F091A3C8}" type="pres">
      <dgm:prSet presAssocID="{941139BA-3990-4408-974D-0FDF2D24B730}" presName="compNode" presStyleCnt="0"/>
      <dgm:spPr/>
    </dgm:pt>
    <dgm:pt modelId="{5C01031E-0428-4C81-8C60-A6F14B545F8F}" type="pres">
      <dgm:prSet presAssocID="{941139BA-3990-4408-974D-0FDF2D24B730}" presName="dummyConnPt" presStyleCnt="0"/>
      <dgm:spPr/>
    </dgm:pt>
    <dgm:pt modelId="{AD130A90-4D49-45FB-BCBE-03601D944510}" type="pres">
      <dgm:prSet presAssocID="{941139BA-3990-4408-974D-0FDF2D24B730}" presName="node" presStyleLbl="node1" presStyleIdx="3" presStyleCnt="9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5144FB0-6A49-4D7C-BD79-1CD3A374FBCB}" type="pres">
      <dgm:prSet presAssocID="{8390123D-E3BA-46FF-B2AF-BD4DB6128934}" presName="sibTrans" presStyleLbl="bgSibTrans2D1" presStyleIdx="3" presStyleCnt="8"/>
      <dgm:spPr/>
    </dgm:pt>
    <dgm:pt modelId="{4BD0C8DB-4964-4684-834B-745DB2153596}" type="pres">
      <dgm:prSet presAssocID="{B3AFC3D1-FE30-4B77-BBA8-19E59A40D4BF}" presName="compNode" presStyleCnt="0"/>
      <dgm:spPr/>
    </dgm:pt>
    <dgm:pt modelId="{3FFBAFCF-49F7-4EB4-87D4-5E8B3438E8D6}" type="pres">
      <dgm:prSet presAssocID="{B3AFC3D1-FE30-4B77-BBA8-19E59A40D4BF}" presName="dummyConnPt" presStyleCnt="0"/>
      <dgm:spPr/>
    </dgm:pt>
    <dgm:pt modelId="{B8DCF26D-460E-4C25-AF5F-74659AB16DA6}" type="pres">
      <dgm:prSet presAssocID="{B3AFC3D1-FE30-4B77-BBA8-19E59A40D4BF}" presName="node" presStyleLbl="node1" presStyleIdx="4" presStyleCnt="9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BA4065C-790C-4A80-9E0B-0112B145A45C}" type="pres">
      <dgm:prSet presAssocID="{4A012A05-4646-40D1-AB14-0CEC8D329F41}" presName="sibTrans" presStyleLbl="bgSibTrans2D1" presStyleIdx="4" presStyleCnt="8"/>
      <dgm:spPr/>
    </dgm:pt>
    <dgm:pt modelId="{4FAABF48-141B-4DF4-A112-ABE0B463439A}" type="pres">
      <dgm:prSet presAssocID="{A7DD84A4-50AD-4C39-BDD9-1CB333172954}" presName="compNode" presStyleCnt="0"/>
      <dgm:spPr/>
    </dgm:pt>
    <dgm:pt modelId="{67605959-F611-404D-A92C-6794120EA2F2}" type="pres">
      <dgm:prSet presAssocID="{A7DD84A4-50AD-4C39-BDD9-1CB333172954}" presName="dummyConnPt" presStyleCnt="0"/>
      <dgm:spPr/>
    </dgm:pt>
    <dgm:pt modelId="{541E043A-A081-4D49-9025-294D83A6DF4A}" type="pres">
      <dgm:prSet presAssocID="{A7DD84A4-50AD-4C39-BDD9-1CB333172954}" presName="node" presStyleLbl="node1" presStyleIdx="5" presStyleCnt="9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8271B3E-5FBB-4FFC-911A-814B6294E503}" type="pres">
      <dgm:prSet presAssocID="{C81EDDF6-755C-49CE-B7FB-DF0507B4C6B0}" presName="sibTrans" presStyleLbl="bgSibTrans2D1" presStyleIdx="5" presStyleCnt="8"/>
      <dgm:spPr/>
    </dgm:pt>
    <dgm:pt modelId="{62827D6C-2D9D-43D0-8FFD-7892113ADB97}" type="pres">
      <dgm:prSet presAssocID="{F6874337-DA90-42F2-9427-00DECCCF5CCE}" presName="compNode" presStyleCnt="0"/>
      <dgm:spPr/>
    </dgm:pt>
    <dgm:pt modelId="{958A8907-1688-4D56-9E64-359681A083F3}" type="pres">
      <dgm:prSet presAssocID="{F6874337-DA90-42F2-9427-00DECCCF5CCE}" presName="dummyConnPt" presStyleCnt="0"/>
      <dgm:spPr/>
    </dgm:pt>
    <dgm:pt modelId="{CD8E4A3F-B029-4044-B813-97EDE1320ECE}" type="pres">
      <dgm:prSet presAssocID="{F6874337-DA90-42F2-9427-00DECCCF5CCE}" presName="node" presStyleLbl="node1" presStyleIdx="6" presStyleCnt="9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3E1FF0B-A971-4F33-A544-23C8F444D46B}" type="pres">
      <dgm:prSet presAssocID="{1C882D58-2489-486D-9517-7B39906B9250}" presName="sibTrans" presStyleLbl="bgSibTrans2D1" presStyleIdx="6" presStyleCnt="8"/>
      <dgm:spPr/>
    </dgm:pt>
    <dgm:pt modelId="{9BF6F492-B9CC-41F9-B329-50885BEFCFBD}" type="pres">
      <dgm:prSet presAssocID="{046920BD-FB2A-4035-8F06-095D3718A7CD}" presName="compNode" presStyleCnt="0"/>
      <dgm:spPr/>
    </dgm:pt>
    <dgm:pt modelId="{B199C205-0064-4C11-85C8-F4930B8B811E}" type="pres">
      <dgm:prSet presAssocID="{046920BD-FB2A-4035-8F06-095D3718A7CD}" presName="dummyConnPt" presStyleCnt="0"/>
      <dgm:spPr/>
    </dgm:pt>
    <dgm:pt modelId="{FF642F5C-74E2-4190-8226-B50938830450}" type="pres">
      <dgm:prSet presAssocID="{046920BD-FB2A-4035-8F06-095D3718A7CD}" presName="node" presStyleLbl="node1" presStyleIdx="7" presStyleCnt="9">
        <dgm:presLayoutVars>
          <dgm:bulletEnabled val="1"/>
        </dgm:presLayoutVars>
      </dgm:prSet>
      <dgm:spPr/>
    </dgm:pt>
    <dgm:pt modelId="{64CBD430-6319-4E92-9BDF-60545B51861F}" type="pres">
      <dgm:prSet presAssocID="{70A35674-43A7-420A-87BE-29C1C5D59ACE}" presName="sibTrans" presStyleLbl="bgSibTrans2D1" presStyleIdx="7" presStyleCnt="8"/>
      <dgm:spPr/>
    </dgm:pt>
    <dgm:pt modelId="{60BD5C1A-9C15-4988-BF15-9C4613851C5B}" type="pres">
      <dgm:prSet presAssocID="{3E32B671-87C1-4BC7-B1D7-85FDCFEEC75B}" presName="compNode" presStyleCnt="0"/>
      <dgm:spPr/>
    </dgm:pt>
    <dgm:pt modelId="{E126F623-234A-4FCB-B8B3-AB827A849C8A}" type="pres">
      <dgm:prSet presAssocID="{3E32B671-87C1-4BC7-B1D7-85FDCFEEC75B}" presName="dummyConnPt" presStyleCnt="0"/>
      <dgm:spPr/>
    </dgm:pt>
    <dgm:pt modelId="{032B2EDB-4248-4B36-AACC-D97EE06F9C56}" type="pres">
      <dgm:prSet presAssocID="{3E32B671-87C1-4BC7-B1D7-85FDCFEEC75B}" presName="node" presStyleLbl="node1" presStyleIdx="8" presStyleCnt="9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1B20781C-8093-4D45-942E-34EE63A5D594}" type="presOf" srcId="{A7DD84A4-50AD-4C39-BDD9-1CB333172954}" destId="{541E043A-A081-4D49-9025-294D83A6DF4A}" srcOrd="0" destOrd="0" presId="urn:microsoft.com/office/officeart/2005/8/layout/bProcess4"/>
    <dgm:cxn modelId="{C1ED9E9C-9308-440C-9977-80B6A196EFC8}" type="presOf" srcId="{941139BA-3990-4408-974D-0FDF2D24B730}" destId="{AD130A90-4D49-45FB-BCBE-03601D944510}" srcOrd="0" destOrd="0" presId="urn:microsoft.com/office/officeart/2005/8/layout/bProcess4"/>
    <dgm:cxn modelId="{2E5A6D42-2E2B-4ACD-86DF-C041E2B634E3}" type="presOf" srcId="{73F92054-5AAF-4C2F-9957-C853373529B3}" destId="{35F817CF-65BD-4B0A-BD0C-2DE2203A0DC1}" srcOrd="0" destOrd="0" presId="urn:microsoft.com/office/officeart/2005/8/layout/bProcess4"/>
    <dgm:cxn modelId="{7C3C0713-B3EA-47C6-AB5F-04438263176F}" srcId="{B33A2382-BF39-4678-8F76-15005DE73B25}" destId="{B3AFC3D1-FE30-4B77-BBA8-19E59A40D4BF}" srcOrd="4" destOrd="0" parTransId="{92B6AF5D-5824-4401-8615-EB1EF780BF73}" sibTransId="{4A012A05-4646-40D1-AB14-0CEC8D329F41}"/>
    <dgm:cxn modelId="{2A385A25-71E2-4B97-9420-31B5E20693A8}" type="presOf" srcId="{046920BD-FB2A-4035-8F06-095D3718A7CD}" destId="{FF642F5C-74E2-4190-8226-B50938830450}" srcOrd="0" destOrd="0" presId="urn:microsoft.com/office/officeart/2005/8/layout/bProcess4"/>
    <dgm:cxn modelId="{A91D44CA-7D5D-4E49-92D4-94FCB843ECD9}" srcId="{B33A2382-BF39-4678-8F76-15005DE73B25}" destId="{3E32B671-87C1-4BC7-B1D7-85FDCFEEC75B}" srcOrd="8" destOrd="0" parTransId="{27098558-91C2-4D65-AAE8-51A99FF4148B}" sibTransId="{A50D1376-D908-4E49-A39D-9E8321BF4E26}"/>
    <dgm:cxn modelId="{C3ABA64E-A91B-4128-8983-B071768232DC}" type="presOf" srcId="{C81EDDF6-755C-49CE-B7FB-DF0507B4C6B0}" destId="{E8271B3E-5FBB-4FFC-911A-814B6294E503}" srcOrd="0" destOrd="0" presId="urn:microsoft.com/office/officeart/2005/8/layout/bProcess4"/>
    <dgm:cxn modelId="{4B29AEE7-669A-4279-8B1E-91638605F5EC}" srcId="{B33A2382-BF39-4678-8F76-15005DE73B25}" destId="{A7DD84A4-50AD-4C39-BDD9-1CB333172954}" srcOrd="5" destOrd="0" parTransId="{58172ADD-880C-407D-B7D4-5B6EABB15FE9}" sibTransId="{C81EDDF6-755C-49CE-B7FB-DF0507B4C6B0}"/>
    <dgm:cxn modelId="{AC495042-A21D-43CC-A5B9-1FFFDF3CFDA4}" type="presOf" srcId="{3DE7A05B-B366-47C6-A994-48ACE43DCF48}" destId="{37DB96B8-3D42-4101-9520-55E73157FC5D}" srcOrd="0" destOrd="0" presId="urn:microsoft.com/office/officeart/2005/8/layout/bProcess4"/>
    <dgm:cxn modelId="{8EBD0288-DB1C-4936-ACCE-DC275E2A170B}" type="presOf" srcId="{8390123D-E3BA-46FF-B2AF-BD4DB6128934}" destId="{15144FB0-6A49-4D7C-BD79-1CD3A374FBCB}" srcOrd="0" destOrd="0" presId="urn:microsoft.com/office/officeart/2005/8/layout/bProcess4"/>
    <dgm:cxn modelId="{A1825B16-4BC0-48F3-B02A-D9674B073AE0}" type="presOf" srcId="{70A35674-43A7-420A-87BE-29C1C5D59ACE}" destId="{64CBD430-6319-4E92-9BDF-60545B51861F}" srcOrd="0" destOrd="0" presId="urn:microsoft.com/office/officeart/2005/8/layout/bProcess4"/>
    <dgm:cxn modelId="{A10E84A2-4B48-4DC0-89C0-EC0E2451048C}" srcId="{B33A2382-BF39-4678-8F76-15005DE73B25}" destId="{046920BD-FB2A-4035-8F06-095D3718A7CD}" srcOrd="7" destOrd="0" parTransId="{CB80BE4B-42BD-4EB5-BECA-2CE811C0E799}" sibTransId="{70A35674-43A7-420A-87BE-29C1C5D59ACE}"/>
    <dgm:cxn modelId="{DBA49147-40E1-4173-B96E-DFC2DE80D67A}" type="presOf" srcId="{B33A2382-BF39-4678-8F76-15005DE73B25}" destId="{BB097508-89B7-48B0-A3AD-7F8E8F32E441}" srcOrd="0" destOrd="0" presId="urn:microsoft.com/office/officeart/2005/8/layout/bProcess4"/>
    <dgm:cxn modelId="{5AAFC212-AF3F-4CFC-A7F4-A1C48BDDD72F}" type="presOf" srcId="{1C882D58-2489-486D-9517-7B39906B9250}" destId="{D3E1FF0B-A971-4F33-A544-23C8F444D46B}" srcOrd="0" destOrd="0" presId="urn:microsoft.com/office/officeart/2005/8/layout/bProcess4"/>
    <dgm:cxn modelId="{BF3C11D7-D70C-4633-B4D6-DC92746717C3}" type="presOf" srcId="{B3AFC3D1-FE30-4B77-BBA8-19E59A40D4BF}" destId="{B8DCF26D-460E-4C25-AF5F-74659AB16DA6}" srcOrd="0" destOrd="0" presId="urn:microsoft.com/office/officeart/2005/8/layout/bProcess4"/>
    <dgm:cxn modelId="{B508275F-DC7F-4D67-AF98-181CB76CF2A9}" srcId="{B33A2382-BF39-4678-8F76-15005DE73B25}" destId="{941139BA-3990-4408-974D-0FDF2D24B730}" srcOrd="3" destOrd="0" parTransId="{62DCB6E2-55F7-4A07-8BBE-939C7AD27F4B}" sibTransId="{8390123D-E3BA-46FF-B2AF-BD4DB6128934}"/>
    <dgm:cxn modelId="{C09B1DCD-A72B-4A8F-94DA-3EF93F580807}" srcId="{B33A2382-BF39-4678-8F76-15005DE73B25}" destId="{4685F342-10FF-43D0-A454-9FF25C8336B4}" srcOrd="0" destOrd="0" parTransId="{89EB1E13-6572-4040-8C1D-8D88A6F8D11D}" sibTransId="{D2A7A6A4-AE98-4A32-AF17-71AD61119396}"/>
    <dgm:cxn modelId="{A2C97A31-2300-4DA6-A6DA-5972652AD5ED}" type="presOf" srcId="{261CF234-D9D6-4D81-9FFB-28012286EFF6}" destId="{4DC1281F-76C1-4E2A-A260-0902AF7F58CC}" srcOrd="0" destOrd="0" presId="urn:microsoft.com/office/officeart/2005/8/layout/bProcess4"/>
    <dgm:cxn modelId="{798938FB-A188-443A-8268-FCBC9FB09152}" type="presOf" srcId="{2C0DBF16-5183-4647-807B-2DE62FDDF9B7}" destId="{04BC49E4-258A-4925-87A9-D69383D07DB0}" srcOrd="0" destOrd="0" presId="urn:microsoft.com/office/officeart/2005/8/layout/bProcess4"/>
    <dgm:cxn modelId="{5165708D-78ED-446B-95EE-69356C7A76B5}" type="presOf" srcId="{D2A7A6A4-AE98-4A32-AF17-71AD61119396}" destId="{BD02C09F-4FD6-49E3-8915-A42CF51FA7EC}" srcOrd="0" destOrd="0" presId="urn:microsoft.com/office/officeart/2005/8/layout/bProcess4"/>
    <dgm:cxn modelId="{56D1B40B-0E17-40F5-B021-1B8E408AA970}" type="presOf" srcId="{3E32B671-87C1-4BC7-B1D7-85FDCFEEC75B}" destId="{032B2EDB-4248-4B36-AACC-D97EE06F9C56}" srcOrd="0" destOrd="0" presId="urn:microsoft.com/office/officeart/2005/8/layout/bProcess4"/>
    <dgm:cxn modelId="{6EF5ED96-0858-4E44-AEFB-5D84BE936BCE}" type="presOf" srcId="{F6874337-DA90-42F2-9427-00DECCCF5CCE}" destId="{CD8E4A3F-B029-4044-B813-97EDE1320ECE}" srcOrd="0" destOrd="0" presId="urn:microsoft.com/office/officeart/2005/8/layout/bProcess4"/>
    <dgm:cxn modelId="{CE7A77E1-B0CD-4D64-B3D3-6E2F530FB99F}" srcId="{B33A2382-BF39-4678-8F76-15005DE73B25}" destId="{3DE7A05B-B366-47C6-A994-48ACE43DCF48}" srcOrd="1" destOrd="0" parTransId="{7F971207-91E6-4C4B-95B9-5826BDB6ED77}" sibTransId="{261CF234-D9D6-4D81-9FFB-28012286EFF6}"/>
    <dgm:cxn modelId="{E1181169-EA9C-4C3E-BB0D-D2732859951A}" type="presOf" srcId="{4A012A05-4646-40D1-AB14-0CEC8D329F41}" destId="{8BA4065C-790C-4A80-9E0B-0112B145A45C}" srcOrd="0" destOrd="0" presId="urn:microsoft.com/office/officeart/2005/8/layout/bProcess4"/>
    <dgm:cxn modelId="{41CD717C-D869-4E59-8143-D0560D09317B}" srcId="{B33A2382-BF39-4678-8F76-15005DE73B25}" destId="{F6874337-DA90-42F2-9427-00DECCCF5CCE}" srcOrd="6" destOrd="0" parTransId="{592C4DA5-59E0-4AE3-A6AC-ED2AF4B4776B}" sibTransId="{1C882D58-2489-486D-9517-7B39906B9250}"/>
    <dgm:cxn modelId="{8748361A-6292-458C-B743-1A85BA0AD26C}" srcId="{B33A2382-BF39-4678-8F76-15005DE73B25}" destId="{2C0DBF16-5183-4647-807B-2DE62FDDF9B7}" srcOrd="2" destOrd="0" parTransId="{A1B0AB36-4495-4230-8403-A79A21BD9CBA}" sibTransId="{73F92054-5AAF-4C2F-9957-C853373529B3}"/>
    <dgm:cxn modelId="{9FE28D2B-66F1-4F2C-B30F-54F0153D7844}" type="presOf" srcId="{4685F342-10FF-43D0-A454-9FF25C8336B4}" destId="{46F71935-594D-4BA3-AF73-79B9AA75B57D}" srcOrd="0" destOrd="0" presId="urn:microsoft.com/office/officeart/2005/8/layout/bProcess4"/>
    <dgm:cxn modelId="{D0A70C9C-801E-4902-93B5-1356E3840AF5}" type="presParOf" srcId="{BB097508-89B7-48B0-A3AD-7F8E8F32E441}" destId="{B8A1931F-B8F6-4217-941A-04FF85DC51B9}" srcOrd="0" destOrd="0" presId="urn:microsoft.com/office/officeart/2005/8/layout/bProcess4"/>
    <dgm:cxn modelId="{76A00228-475C-485A-9F67-A0C59D04B686}" type="presParOf" srcId="{B8A1931F-B8F6-4217-941A-04FF85DC51B9}" destId="{B13A7742-CFBF-4C8A-9BB9-6A84DC53C377}" srcOrd="0" destOrd="0" presId="urn:microsoft.com/office/officeart/2005/8/layout/bProcess4"/>
    <dgm:cxn modelId="{74682B79-2C14-4BE0-B397-3E0C72C8A91F}" type="presParOf" srcId="{B8A1931F-B8F6-4217-941A-04FF85DC51B9}" destId="{46F71935-594D-4BA3-AF73-79B9AA75B57D}" srcOrd="1" destOrd="0" presId="urn:microsoft.com/office/officeart/2005/8/layout/bProcess4"/>
    <dgm:cxn modelId="{F111989D-EFBE-4FDE-BDCD-40F3A667D1F0}" type="presParOf" srcId="{BB097508-89B7-48B0-A3AD-7F8E8F32E441}" destId="{BD02C09F-4FD6-49E3-8915-A42CF51FA7EC}" srcOrd="1" destOrd="0" presId="urn:microsoft.com/office/officeart/2005/8/layout/bProcess4"/>
    <dgm:cxn modelId="{FE92D2F2-BAA1-4211-BCD7-CF9A5C4039F7}" type="presParOf" srcId="{BB097508-89B7-48B0-A3AD-7F8E8F32E441}" destId="{A7EB7008-7669-4B91-BBBF-999CBB463D8C}" srcOrd="2" destOrd="0" presId="urn:microsoft.com/office/officeart/2005/8/layout/bProcess4"/>
    <dgm:cxn modelId="{D9644D1E-6A46-4804-833F-CAA99299084B}" type="presParOf" srcId="{A7EB7008-7669-4B91-BBBF-999CBB463D8C}" destId="{E0608977-433F-43E9-9297-6B5BB375B60E}" srcOrd="0" destOrd="0" presId="urn:microsoft.com/office/officeart/2005/8/layout/bProcess4"/>
    <dgm:cxn modelId="{B76B0A21-A7DF-43CB-B7D3-EB408C59336C}" type="presParOf" srcId="{A7EB7008-7669-4B91-BBBF-999CBB463D8C}" destId="{37DB96B8-3D42-4101-9520-55E73157FC5D}" srcOrd="1" destOrd="0" presId="urn:microsoft.com/office/officeart/2005/8/layout/bProcess4"/>
    <dgm:cxn modelId="{E59885BD-A06A-4412-9129-0974F8D7CD56}" type="presParOf" srcId="{BB097508-89B7-48B0-A3AD-7F8E8F32E441}" destId="{4DC1281F-76C1-4E2A-A260-0902AF7F58CC}" srcOrd="3" destOrd="0" presId="urn:microsoft.com/office/officeart/2005/8/layout/bProcess4"/>
    <dgm:cxn modelId="{1051CF02-5F0F-4194-927D-440F20894A11}" type="presParOf" srcId="{BB097508-89B7-48B0-A3AD-7F8E8F32E441}" destId="{1BB8B9A8-F768-456A-9F39-AC1E76B1F28A}" srcOrd="4" destOrd="0" presId="urn:microsoft.com/office/officeart/2005/8/layout/bProcess4"/>
    <dgm:cxn modelId="{CF3D43EB-A261-4A21-8558-D1375D1C24B9}" type="presParOf" srcId="{1BB8B9A8-F768-456A-9F39-AC1E76B1F28A}" destId="{5013807D-200C-43AA-BCD5-36870F9745D3}" srcOrd="0" destOrd="0" presId="urn:microsoft.com/office/officeart/2005/8/layout/bProcess4"/>
    <dgm:cxn modelId="{710D9D64-2152-47E3-BBAB-44966ED54886}" type="presParOf" srcId="{1BB8B9A8-F768-456A-9F39-AC1E76B1F28A}" destId="{04BC49E4-258A-4925-87A9-D69383D07DB0}" srcOrd="1" destOrd="0" presId="urn:microsoft.com/office/officeart/2005/8/layout/bProcess4"/>
    <dgm:cxn modelId="{F1E44023-4197-4A24-B10B-CF6C2F2F0906}" type="presParOf" srcId="{BB097508-89B7-48B0-A3AD-7F8E8F32E441}" destId="{35F817CF-65BD-4B0A-BD0C-2DE2203A0DC1}" srcOrd="5" destOrd="0" presId="urn:microsoft.com/office/officeart/2005/8/layout/bProcess4"/>
    <dgm:cxn modelId="{B6442483-664F-43B8-931E-EE4A74C97100}" type="presParOf" srcId="{BB097508-89B7-48B0-A3AD-7F8E8F32E441}" destId="{A44F71BE-7A3C-4DFE-AF0A-23A7F091A3C8}" srcOrd="6" destOrd="0" presId="urn:microsoft.com/office/officeart/2005/8/layout/bProcess4"/>
    <dgm:cxn modelId="{99FAA485-4367-43EA-B2C5-F349C6112243}" type="presParOf" srcId="{A44F71BE-7A3C-4DFE-AF0A-23A7F091A3C8}" destId="{5C01031E-0428-4C81-8C60-A6F14B545F8F}" srcOrd="0" destOrd="0" presId="urn:microsoft.com/office/officeart/2005/8/layout/bProcess4"/>
    <dgm:cxn modelId="{215364EB-B3FF-45EE-8FE2-60D597CD6349}" type="presParOf" srcId="{A44F71BE-7A3C-4DFE-AF0A-23A7F091A3C8}" destId="{AD130A90-4D49-45FB-BCBE-03601D944510}" srcOrd="1" destOrd="0" presId="urn:microsoft.com/office/officeart/2005/8/layout/bProcess4"/>
    <dgm:cxn modelId="{ADAD5DB9-513A-4709-97D1-3C709A83F99E}" type="presParOf" srcId="{BB097508-89B7-48B0-A3AD-7F8E8F32E441}" destId="{15144FB0-6A49-4D7C-BD79-1CD3A374FBCB}" srcOrd="7" destOrd="0" presId="urn:microsoft.com/office/officeart/2005/8/layout/bProcess4"/>
    <dgm:cxn modelId="{F3058B0A-B5E8-472A-AB7D-64E6F8ED898B}" type="presParOf" srcId="{BB097508-89B7-48B0-A3AD-7F8E8F32E441}" destId="{4BD0C8DB-4964-4684-834B-745DB2153596}" srcOrd="8" destOrd="0" presId="urn:microsoft.com/office/officeart/2005/8/layout/bProcess4"/>
    <dgm:cxn modelId="{05954D90-435E-4B1C-8AB1-83B47705F04A}" type="presParOf" srcId="{4BD0C8DB-4964-4684-834B-745DB2153596}" destId="{3FFBAFCF-49F7-4EB4-87D4-5E8B3438E8D6}" srcOrd="0" destOrd="0" presId="urn:microsoft.com/office/officeart/2005/8/layout/bProcess4"/>
    <dgm:cxn modelId="{F8A8F96C-A778-482D-A7EA-12054AD84073}" type="presParOf" srcId="{4BD0C8DB-4964-4684-834B-745DB2153596}" destId="{B8DCF26D-460E-4C25-AF5F-74659AB16DA6}" srcOrd="1" destOrd="0" presId="urn:microsoft.com/office/officeart/2005/8/layout/bProcess4"/>
    <dgm:cxn modelId="{4133F21A-1245-42E9-8FDF-E6061A1351F5}" type="presParOf" srcId="{BB097508-89B7-48B0-A3AD-7F8E8F32E441}" destId="{8BA4065C-790C-4A80-9E0B-0112B145A45C}" srcOrd="9" destOrd="0" presId="urn:microsoft.com/office/officeart/2005/8/layout/bProcess4"/>
    <dgm:cxn modelId="{A0F941BE-7B3E-4C30-A861-E9A1729DDF70}" type="presParOf" srcId="{BB097508-89B7-48B0-A3AD-7F8E8F32E441}" destId="{4FAABF48-141B-4DF4-A112-ABE0B463439A}" srcOrd="10" destOrd="0" presId="urn:microsoft.com/office/officeart/2005/8/layout/bProcess4"/>
    <dgm:cxn modelId="{E1538AC1-8144-4FB5-AD6A-3670CCD2FEC3}" type="presParOf" srcId="{4FAABF48-141B-4DF4-A112-ABE0B463439A}" destId="{67605959-F611-404D-A92C-6794120EA2F2}" srcOrd="0" destOrd="0" presId="urn:microsoft.com/office/officeart/2005/8/layout/bProcess4"/>
    <dgm:cxn modelId="{AFF22157-CA5A-4A21-ACCC-92B8B5374A3B}" type="presParOf" srcId="{4FAABF48-141B-4DF4-A112-ABE0B463439A}" destId="{541E043A-A081-4D49-9025-294D83A6DF4A}" srcOrd="1" destOrd="0" presId="urn:microsoft.com/office/officeart/2005/8/layout/bProcess4"/>
    <dgm:cxn modelId="{0323C7C2-2DA4-4D00-8FE6-C408D3D4E04A}" type="presParOf" srcId="{BB097508-89B7-48B0-A3AD-7F8E8F32E441}" destId="{E8271B3E-5FBB-4FFC-911A-814B6294E503}" srcOrd="11" destOrd="0" presId="urn:microsoft.com/office/officeart/2005/8/layout/bProcess4"/>
    <dgm:cxn modelId="{34C1E505-545E-43CA-B917-07A20DE875D5}" type="presParOf" srcId="{BB097508-89B7-48B0-A3AD-7F8E8F32E441}" destId="{62827D6C-2D9D-43D0-8FFD-7892113ADB97}" srcOrd="12" destOrd="0" presId="urn:microsoft.com/office/officeart/2005/8/layout/bProcess4"/>
    <dgm:cxn modelId="{5D2FD72D-B3B9-4716-8B4F-4F26F829BDD2}" type="presParOf" srcId="{62827D6C-2D9D-43D0-8FFD-7892113ADB97}" destId="{958A8907-1688-4D56-9E64-359681A083F3}" srcOrd="0" destOrd="0" presId="urn:microsoft.com/office/officeart/2005/8/layout/bProcess4"/>
    <dgm:cxn modelId="{640F0DD4-34EB-44F9-80DC-234184CEC127}" type="presParOf" srcId="{62827D6C-2D9D-43D0-8FFD-7892113ADB97}" destId="{CD8E4A3F-B029-4044-B813-97EDE1320ECE}" srcOrd="1" destOrd="0" presId="urn:microsoft.com/office/officeart/2005/8/layout/bProcess4"/>
    <dgm:cxn modelId="{26E7B9EC-F2D3-4D20-8B78-4626E6CF95C2}" type="presParOf" srcId="{BB097508-89B7-48B0-A3AD-7F8E8F32E441}" destId="{D3E1FF0B-A971-4F33-A544-23C8F444D46B}" srcOrd="13" destOrd="0" presId="urn:microsoft.com/office/officeart/2005/8/layout/bProcess4"/>
    <dgm:cxn modelId="{B5BD50A7-0716-4391-8B78-51B31670681B}" type="presParOf" srcId="{BB097508-89B7-48B0-A3AD-7F8E8F32E441}" destId="{9BF6F492-B9CC-41F9-B329-50885BEFCFBD}" srcOrd="14" destOrd="0" presId="urn:microsoft.com/office/officeart/2005/8/layout/bProcess4"/>
    <dgm:cxn modelId="{0F69B950-BD96-484E-86B3-F193848A7846}" type="presParOf" srcId="{9BF6F492-B9CC-41F9-B329-50885BEFCFBD}" destId="{B199C205-0064-4C11-85C8-F4930B8B811E}" srcOrd="0" destOrd="0" presId="urn:microsoft.com/office/officeart/2005/8/layout/bProcess4"/>
    <dgm:cxn modelId="{A04E37D4-6E0F-4AD0-B25F-88D6B9EA0D4B}" type="presParOf" srcId="{9BF6F492-B9CC-41F9-B329-50885BEFCFBD}" destId="{FF642F5C-74E2-4190-8226-B50938830450}" srcOrd="1" destOrd="0" presId="urn:microsoft.com/office/officeart/2005/8/layout/bProcess4"/>
    <dgm:cxn modelId="{B03FEC5C-E975-4154-AFED-50176166C0B6}" type="presParOf" srcId="{BB097508-89B7-48B0-A3AD-7F8E8F32E441}" destId="{64CBD430-6319-4E92-9BDF-60545B51861F}" srcOrd="15" destOrd="0" presId="urn:microsoft.com/office/officeart/2005/8/layout/bProcess4"/>
    <dgm:cxn modelId="{449F57D3-98F7-47AB-AF3A-CDA29CEB8C2D}" type="presParOf" srcId="{BB097508-89B7-48B0-A3AD-7F8E8F32E441}" destId="{60BD5C1A-9C15-4988-BF15-9C4613851C5B}" srcOrd="16" destOrd="0" presId="urn:microsoft.com/office/officeart/2005/8/layout/bProcess4"/>
    <dgm:cxn modelId="{C7A1DDDF-0849-4A9D-9949-D8983F598CB1}" type="presParOf" srcId="{60BD5C1A-9C15-4988-BF15-9C4613851C5B}" destId="{E126F623-234A-4FCB-B8B3-AB827A849C8A}" srcOrd="0" destOrd="0" presId="urn:microsoft.com/office/officeart/2005/8/layout/bProcess4"/>
    <dgm:cxn modelId="{96E304DB-BAA4-4CC9-AB9B-00621DC7A7D7}" type="presParOf" srcId="{60BD5C1A-9C15-4988-BF15-9C4613851C5B}" destId="{032B2EDB-4248-4B36-AACC-D97EE06F9C56}" srcOrd="1" destOrd="0" presId="urn:microsoft.com/office/officeart/2005/8/layout/b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6BA6AB3-1BAA-4208-BA52-266E236EC9F4}">
      <dsp:nvSpPr>
        <dsp:cNvPr id="0" name=""/>
        <dsp:cNvSpPr/>
      </dsp:nvSpPr>
      <dsp:spPr>
        <a:xfrm>
          <a:off x="0" y="336933"/>
          <a:ext cx="8128000" cy="504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0D6C2DB-DC02-49B5-9B1D-D45ABAA588E3}">
      <dsp:nvSpPr>
        <dsp:cNvPr id="0" name=""/>
        <dsp:cNvSpPr/>
      </dsp:nvSpPr>
      <dsp:spPr>
        <a:xfrm>
          <a:off x="406400" y="41733"/>
          <a:ext cx="5689600" cy="5904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5053" tIns="0" rIns="215053" bIns="0" numCol="1" spcCol="1270" anchor="ctr" anchorCtr="0">
          <a:noAutofit/>
        </a:bodyPr>
        <a:lstStyle/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err="1" smtClean="0"/>
            <a:t>Liên</a:t>
          </a:r>
          <a:r>
            <a:rPr lang="en-US" sz="2000" kern="1200" dirty="0" smtClean="0"/>
            <a:t> </a:t>
          </a:r>
          <a:r>
            <a:rPr lang="en-US" sz="2000" kern="1200" dirty="0" err="1" smtClean="0"/>
            <a:t>kết</a:t>
          </a:r>
          <a:r>
            <a:rPr lang="en-US" sz="2000" kern="1200" dirty="0" smtClean="0"/>
            <a:t> </a:t>
          </a:r>
          <a:r>
            <a:rPr lang="en-US" sz="2000" kern="1200" dirty="0" err="1" smtClean="0"/>
            <a:t>ngân</a:t>
          </a:r>
          <a:r>
            <a:rPr lang="en-US" sz="2000" kern="1200" dirty="0" smtClean="0"/>
            <a:t> </a:t>
          </a:r>
          <a:r>
            <a:rPr lang="en-US" sz="2000" kern="1200" dirty="0" err="1" smtClean="0"/>
            <a:t>hàng</a:t>
          </a:r>
          <a:r>
            <a:rPr lang="en-US" sz="2000" kern="1200" dirty="0" smtClean="0"/>
            <a:t> BIDV</a:t>
          </a:r>
        </a:p>
      </dsp:txBody>
      <dsp:txXfrm>
        <a:off x="435221" y="70554"/>
        <a:ext cx="5631958" cy="532758"/>
      </dsp:txXfrm>
    </dsp:sp>
    <dsp:sp modelId="{D9799EB5-A95D-4D24-BE66-955A98C2ADAA}">
      <dsp:nvSpPr>
        <dsp:cNvPr id="0" name=""/>
        <dsp:cNvSpPr/>
      </dsp:nvSpPr>
      <dsp:spPr>
        <a:xfrm>
          <a:off x="0" y="1244133"/>
          <a:ext cx="8128000" cy="504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2D7A292-C3A2-4395-98AB-41AF85DA8F23}">
      <dsp:nvSpPr>
        <dsp:cNvPr id="0" name=""/>
        <dsp:cNvSpPr/>
      </dsp:nvSpPr>
      <dsp:spPr>
        <a:xfrm>
          <a:off x="406400" y="948933"/>
          <a:ext cx="5689600" cy="5904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5053" tIns="0" rIns="215053" bIns="0" numCol="1" spcCol="1270" anchor="ctr" anchorCtr="0">
          <a:noAutofit/>
        </a:bodyPr>
        <a:lstStyle/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err="1" smtClean="0"/>
            <a:t>Hủy</a:t>
          </a:r>
          <a:r>
            <a:rPr lang="en-US" sz="2000" kern="1200" dirty="0" smtClean="0"/>
            <a:t> </a:t>
          </a:r>
          <a:r>
            <a:rPr lang="en-US" sz="2000" kern="1200" dirty="0" err="1" smtClean="0"/>
            <a:t>liên</a:t>
          </a:r>
          <a:r>
            <a:rPr lang="en-US" sz="2000" kern="1200" dirty="0" smtClean="0"/>
            <a:t> </a:t>
          </a:r>
          <a:r>
            <a:rPr lang="en-US" sz="2000" kern="1200" dirty="0" err="1" smtClean="0"/>
            <a:t>kết</a:t>
          </a:r>
          <a:r>
            <a:rPr lang="en-US" sz="2000" kern="1200" dirty="0" smtClean="0"/>
            <a:t> </a:t>
          </a:r>
          <a:r>
            <a:rPr lang="en-US" sz="2000" kern="1200" dirty="0" err="1" smtClean="0"/>
            <a:t>ngân</a:t>
          </a:r>
          <a:r>
            <a:rPr lang="en-US" sz="2000" kern="1200" dirty="0" smtClean="0"/>
            <a:t> </a:t>
          </a:r>
          <a:r>
            <a:rPr lang="en-US" sz="2000" kern="1200" dirty="0" err="1" smtClean="0"/>
            <a:t>hàng</a:t>
          </a:r>
          <a:r>
            <a:rPr lang="en-US" sz="2000" kern="1200" dirty="0" smtClean="0"/>
            <a:t> </a:t>
          </a:r>
        </a:p>
      </dsp:txBody>
      <dsp:txXfrm>
        <a:off x="435221" y="977754"/>
        <a:ext cx="5631958" cy="532758"/>
      </dsp:txXfrm>
    </dsp:sp>
    <dsp:sp modelId="{C7D99E59-CFC6-4C06-BFD6-BE3703F8A3B3}">
      <dsp:nvSpPr>
        <dsp:cNvPr id="0" name=""/>
        <dsp:cNvSpPr/>
      </dsp:nvSpPr>
      <dsp:spPr>
        <a:xfrm>
          <a:off x="0" y="2151333"/>
          <a:ext cx="8128000" cy="504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C56CCA7-E437-44A5-90F6-2B6271D22BCA}">
      <dsp:nvSpPr>
        <dsp:cNvPr id="0" name=""/>
        <dsp:cNvSpPr/>
      </dsp:nvSpPr>
      <dsp:spPr>
        <a:xfrm>
          <a:off x="406400" y="1856133"/>
          <a:ext cx="5689600" cy="5904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5053" tIns="0" rIns="215053" bIns="0" numCol="1" spcCol="1270" anchor="ctr" anchorCtr="0">
          <a:noAutofit/>
        </a:bodyPr>
        <a:lstStyle/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smtClean="0"/>
            <a:t>Nạp </a:t>
          </a:r>
          <a:r>
            <a:rPr lang="en-US" sz="2000" kern="1200" dirty="0" err="1" smtClean="0"/>
            <a:t>tiền</a:t>
          </a:r>
          <a:endParaRPr lang="en-US" sz="2000" kern="1200" dirty="0" smtClean="0"/>
        </a:p>
      </dsp:txBody>
      <dsp:txXfrm>
        <a:off x="435221" y="1884954"/>
        <a:ext cx="5631958" cy="532758"/>
      </dsp:txXfrm>
    </dsp:sp>
    <dsp:sp modelId="{1BD9E9C2-102D-46FB-B670-E9AEA8463A61}">
      <dsp:nvSpPr>
        <dsp:cNvPr id="0" name=""/>
        <dsp:cNvSpPr/>
      </dsp:nvSpPr>
      <dsp:spPr>
        <a:xfrm>
          <a:off x="0" y="3058533"/>
          <a:ext cx="8128000" cy="504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D17F958-DDD7-4631-9757-FFBF23042F93}">
      <dsp:nvSpPr>
        <dsp:cNvPr id="0" name=""/>
        <dsp:cNvSpPr/>
      </dsp:nvSpPr>
      <dsp:spPr>
        <a:xfrm>
          <a:off x="406400" y="2763333"/>
          <a:ext cx="5689600" cy="5904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5053" tIns="0" rIns="215053" bIns="0" numCol="1" spcCol="1270" anchor="ctr" anchorCtr="0">
          <a:noAutofit/>
        </a:bodyPr>
        <a:lstStyle/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err="1" smtClean="0"/>
            <a:t>Rút</a:t>
          </a:r>
          <a:r>
            <a:rPr lang="en-US" sz="2000" kern="1200" dirty="0" smtClean="0"/>
            <a:t> </a:t>
          </a:r>
          <a:r>
            <a:rPr lang="en-US" sz="2000" kern="1200" dirty="0" err="1" smtClean="0"/>
            <a:t>tiền</a:t>
          </a:r>
          <a:endParaRPr lang="en-US" sz="2000" kern="1200" dirty="0" smtClean="0"/>
        </a:p>
      </dsp:txBody>
      <dsp:txXfrm>
        <a:off x="435221" y="2792154"/>
        <a:ext cx="5631958" cy="532758"/>
      </dsp:txXfrm>
    </dsp:sp>
    <dsp:sp modelId="{3F822C87-E9CC-4207-87E1-629BD1FC46B5}">
      <dsp:nvSpPr>
        <dsp:cNvPr id="0" name=""/>
        <dsp:cNvSpPr/>
      </dsp:nvSpPr>
      <dsp:spPr>
        <a:xfrm>
          <a:off x="0" y="3965733"/>
          <a:ext cx="8128000" cy="504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1A14ECA-E243-4A07-8FFB-D7160248A940}">
      <dsp:nvSpPr>
        <dsp:cNvPr id="0" name=""/>
        <dsp:cNvSpPr/>
      </dsp:nvSpPr>
      <dsp:spPr>
        <a:xfrm>
          <a:off x="406400" y="3670533"/>
          <a:ext cx="5689600" cy="5904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5053" tIns="0" rIns="215053" bIns="0" numCol="1" spcCol="1270" anchor="ctr" anchorCtr="0">
          <a:noAutofit/>
        </a:bodyPr>
        <a:lstStyle/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err="1" smtClean="0"/>
            <a:t>Thanh</a:t>
          </a:r>
          <a:r>
            <a:rPr lang="en-US" sz="2000" kern="1200" dirty="0" smtClean="0"/>
            <a:t> </a:t>
          </a:r>
          <a:r>
            <a:rPr lang="en-US" sz="2000" kern="1200" dirty="0" err="1" smtClean="0"/>
            <a:t>toán</a:t>
          </a:r>
          <a:r>
            <a:rPr lang="en-US" sz="2000" kern="1200" dirty="0" smtClean="0"/>
            <a:t> </a:t>
          </a:r>
          <a:r>
            <a:rPr lang="en-US" sz="2000" kern="1200" dirty="0" err="1" smtClean="0"/>
            <a:t>học</a:t>
          </a:r>
          <a:r>
            <a:rPr lang="en-US" sz="2000" kern="1200" dirty="0" smtClean="0"/>
            <a:t> </a:t>
          </a:r>
          <a:r>
            <a:rPr lang="en-US" sz="2000" kern="1200" dirty="0" err="1" smtClean="0"/>
            <a:t>phí</a:t>
          </a:r>
          <a:endParaRPr lang="en-US" sz="2000" kern="1200" dirty="0"/>
        </a:p>
      </dsp:txBody>
      <dsp:txXfrm>
        <a:off x="435221" y="3699354"/>
        <a:ext cx="5631958" cy="532758"/>
      </dsp:txXfrm>
    </dsp:sp>
    <dsp:sp modelId="{1AAD0287-366B-4764-A8AD-24D50C47A358}">
      <dsp:nvSpPr>
        <dsp:cNvPr id="0" name=""/>
        <dsp:cNvSpPr/>
      </dsp:nvSpPr>
      <dsp:spPr>
        <a:xfrm>
          <a:off x="0" y="4872933"/>
          <a:ext cx="8128000" cy="504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445BBC0-E30D-47BF-8258-0C7B35A399FF}">
      <dsp:nvSpPr>
        <dsp:cNvPr id="0" name=""/>
        <dsp:cNvSpPr/>
      </dsp:nvSpPr>
      <dsp:spPr>
        <a:xfrm>
          <a:off x="406400" y="4577733"/>
          <a:ext cx="5689600" cy="5904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5053" tIns="0" rIns="215053" bIns="0" numCol="1" spcCol="1270" anchor="ctr" anchorCtr="0">
          <a:noAutofit/>
        </a:bodyPr>
        <a:lstStyle/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err="1" smtClean="0"/>
            <a:t>Tra</a:t>
          </a:r>
          <a:r>
            <a:rPr lang="en-US" sz="2000" kern="1200" dirty="0" smtClean="0"/>
            <a:t> </a:t>
          </a:r>
          <a:r>
            <a:rPr lang="en-US" sz="2000" kern="1200" dirty="0" err="1" smtClean="0"/>
            <a:t>cứu</a:t>
          </a:r>
          <a:r>
            <a:rPr lang="en-US" sz="2000" kern="1200" dirty="0" smtClean="0"/>
            <a:t> </a:t>
          </a:r>
          <a:r>
            <a:rPr lang="en-US" sz="2000" kern="1200" dirty="0" err="1" smtClean="0"/>
            <a:t>lịch</a:t>
          </a:r>
          <a:r>
            <a:rPr lang="en-US" sz="2000" kern="1200" dirty="0" smtClean="0"/>
            <a:t> </a:t>
          </a:r>
          <a:r>
            <a:rPr lang="en-US" sz="2000" kern="1200" dirty="0" err="1" smtClean="0"/>
            <a:t>sử</a:t>
          </a:r>
          <a:r>
            <a:rPr lang="en-US" sz="2000" kern="1200" dirty="0" smtClean="0"/>
            <a:t> </a:t>
          </a:r>
          <a:r>
            <a:rPr lang="en-US" sz="2000" kern="1200" dirty="0" err="1" smtClean="0"/>
            <a:t>giao</a:t>
          </a:r>
          <a:r>
            <a:rPr lang="en-US" sz="2000" kern="1200" dirty="0" smtClean="0"/>
            <a:t> </a:t>
          </a:r>
          <a:r>
            <a:rPr lang="en-US" sz="2000" kern="1200" dirty="0" err="1" smtClean="0"/>
            <a:t>dịch</a:t>
          </a:r>
          <a:endParaRPr lang="en-US" sz="2000" kern="1200" dirty="0"/>
        </a:p>
      </dsp:txBody>
      <dsp:txXfrm>
        <a:off x="435221" y="4606554"/>
        <a:ext cx="5631958" cy="53275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D02C09F-4FD6-49E3-8915-A42CF51FA7EC}">
      <dsp:nvSpPr>
        <dsp:cNvPr id="0" name=""/>
        <dsp:cNvSpPr/>
      </dsp:nvSpPr>
      <dsp:spPr>
        <a:xfrm rot="5391426">
          <a:off x="-343981" y="1107528"/>
          <a:ext cx="1529927" cy="186372"/>
        </a:xfrm>
        <a:prstGeom prst="rect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6F71935-594D-4BA3-AF73-79B9AA75B57D}">
      <dsp:nvSpPr>
        <dsp:cNvPr id="0" name=""/>
        <dsp:cNvSpPr/>
      </dsp:nvSpPr>
      <dsp:spPr>
        <a:xfrm>
          <a:off x="0" y="125660"/>
          <a:ext cx="2070807" cy="1242484"/>
        </a:xfrm>
        <a:prstGeom prst="roundRect">
          <a:avLst>
            <a:gd name="adj" fmla="val 10000"/>
          </a:avLst>
        </a:prstGeom>
        <a:solidFill>
          <a:schemeClr val="accent2">
            <a:lumMod val="60000"/>
            <a:lumOff val="4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lvl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400" kern="1200" dirty="0" smtClean="0"/>
            <a:t>Design</a:t>
          </a:r>
          <a:endParaRPr lang="en-US" sz="3400" kern="1200" dirty="0"/>
        </a:p>
      </dsp:txBody>
      <dsp:txXfrm>
        <a:off x="36391" y="162051"/>
        <a:ext cx="1998025" cy="1169702"/>
      </dsp:txXfrm>
    </dsp:sp>
    <dsp:sp modelId="{4DC1281F-76C1-4E2A-A260-0902AF7F58CC}">
      <dsp:nvSpPr>
        <dsp:cNvPr id="0" name=""/>
        <dsp:cNvSpPr/>
      </dsp:nvSpPr>
      <dsp:spPr>
        <a:xfrm rot="5400000">
          <a:off x="-348749" y="2653955"/>
          <a:ext cx="1543279" cy="186372"/>
        </a:xfrm>
        <a:prstGeom prst="rect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7DB96B8-3D42-4101-9520-55E73157FC5D}">
      <dsp:nvSpPr>
        <dsp:cNvPr id="0" name=""/>
        <dsp:cNvSpPr/>
      </dsp:nvSpPr>
      <dsp:spPr>
        <a:xfrm>
          <a:off x="3815" y="1665408"/>
          <a:ext cx="2070807" cy="1242484"/>
        </a:xfrm>
        <a:prstGeom prst="roundRect">
          <a:avLst>
            <a:gd name="adj" fmla="val 10000"/>
          </a:avLst>
        </a:prstGeom>
        <a:solidFill>
          <a:schemeClr val="accent2">
            <a:lumMod val="60000"/>
            <a:lumOff val="4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lvl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400" kern="1200" dirty="0" smtClean="0"/>
            <a:t>Code</a:t>
          </a:r>
          <a:endParaRPr lang="en-US" sz="3400" kern="1200" dirty="0"/>
        </a:p>
      </dsp:txBody>
      <dsp:txXfrm>
        <a:off x="40206" y="1701799"/>
        <a:ext cx="1998025" cy="1169702"/>
      </dsp:txXfrm>
    </dsp:sp>
    <dsp:sp modelId="{35F817CF-65BD-4B0A-BD0C-2DE2203A0DC1}">
      <dsp:nvSpPr>
        <dsp:cNvPr id="0" name=""/>
        <dsp:cNvSpPr/>
      </dsp:nvSpPr>
      <dsp:spPr>
        <a:xfrm>
          <a:off x="427803" y="3430507"/>
          <a:ext cx="2744347" cy="186372"/>
        </a:xfrm>
        <a:prstGeom prst="rect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4BC49E4-258A-4925-87A9-D69383D07DB0}">
      <dsp:nvSpPr>
        <dsp:cNvPr id="0" name=""/>
        <dsp:cNvSpPr/>
      </dsp:nvSpPr>
      <dsp:spPr>
        <a:xfrm>
          <a:off x="3815" y="3218514"/>
          <a:ext cx="2070807" cy="1242484"/>
        </a:xfrm>
        <a:prstGeom prst="roundRect">
          <a:avLst>
            <a:gd name="adj" fmla="val 10000"/>
          </a:avLst>
        </a:prstGeom>
        <a:solidFill>
          <a:srgbClr val="FF000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lvl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400" kern="1200" dirty="0" smtClean="0"/>
            <a:t>Pre-Build</a:t>
          </a:r>
          <a:endParaRPr lang="en-US" sz="3400" kern="1200" dirty="0"/>
        </a:p>
      </dsp:txBody>
      <dsp:txXfrm>
        <a:off x="40206" y="3254905"/>
        <a:ext cx="1998025" cy="1169702"/>
      </dsp:txXfrm>
    </dsp:sp>
    <dsp:sp modelId="{15144FB0-6A49-4D7C-BD79-1CD3A374FBCB}">
      <dsp:nvSpPr>
        <dsp:cNvPr id="0" name=""/>
        <dsp:cNvSpPr/>
      </dsp:nvSpPr>
      <dsp:spPr>
        <a:xfrm rot="16200000">
          <a:off x="2405423" y="2653955"/>
          <a:ext cx="1543279" cy="186372"/>
        </a:xfrm>
        <a:prstGeom prst="rect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D130A90-4D49-45FB-BCBE-03601D944510}">
      <dsp:nvSpPr>
        <dsp:cNvPr id="0" name=""/>
        <dsp:cNvSpPr/>
      </dsp:nvSpPr>
      <dsp:spPr>
        <a:xfrm>
          <a:off x="2757988" y="3218514"/>
          <a:ext cx="2070807" cy="1242484"/>
        </a:xfrm>
        <a:prstGeom prst="roundRect">
          <a:avLst>
            <a:gd name="adj" fmla="val 10000"/>
          </a:avLst>
        </a:prstGeom>
        <a:solidFill>
          <a:schemeClr val="accent2">
            <a:lumMod val="60000"/>
            <a:lumOff val="4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lvl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400" kern="1200" dirty="0" smtClean="0"/>
            <a:t>Release</a:t>
          </a:r>
          <a:endParaRPr lang="en-US" sz="3400" kern="1200" dirty="0"/>
        </a:p>
      </dsp:txBody>
      <dsp:txXfrm>
        <a:off x="2794379" y="3254905"/>
        <a:ext cx="1998025" cy="1169702"/>
      </dsp:txXfrm>
    </dsp:sp>
    <dsp:sp modelId="{8BA4065C-790C-4A80-9E0B-0112B145A45C}">
      <dsp:nvSpPr>
        <dsp:cNvPr id="0" name=""/>
        <dsp:cNvSpPr/>
      </dsp:nvSpPr>
      <dsp:spPr>
        <a:xfrm rot="16200000">
          <a:off x="2405423" y="1100850"/>
          <a:ext cx="1543279" cy="186372"/>
        </a:xfrm>
        <a:prstGeom prst="rect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8DCF26D-460E-4C25-AF5F-74659AB16DA6}">
      <dsp:nvSpPr>
        <dsp:cNvPr id="0" name=""/>
        <dsp:cNvSpPr/>
      </dsp:nvSpPr>
      <dsp:spPr>
        <a:xfrm>
          <a:off x="2757988" y="1665408"/>
          <a:ext cx="2070807" cy="1242484"/>
        </a:xfrm>
        <a:prstGeom prst="roundRect">
          <a:avLst>
            <a:gd name="adj" fmla="val 10000"/>
          </a:avLst>
        </a:prstGeom>
        <a:solidFill>
          <a:srgbClr val="FF000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lvl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400" kern="1200" dirty="0" smtClean="0"/>
            <a:t>Test (local)</a:t>
          </a:r>
          <a:endParaRPr lang="en-US" sz="3400" kern="1200" dirty="0"/>
        </a:p>
      </dsp:txBody>
      <dsp:txXfrm>
        <a:off x="2794379" y="1701799"/>
        <a:ext cx="1998025" cy="1169702"/>
      </dsp:txXfrm>
    </dsp:sp>
    <dsp:sp modelId="{E8271B3E-5FBB-4FFC-911A-814B6294E503}">
      <dsp:nvSpPr>
        <dsp:cNvPr id="0" name=""/>
        <dsp:cNvSpPr/>
      </dsp:nvSpPr>
      <dsp:spPr>
        <a:xfrm>
          <a:off x="3181976" y="324297"/>
          <a:ext cx="2744347" cy="186372"/>
        </a:xfrm>
        <a:prstGeom prst="rect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41E043A-A081-4D49-9025-294D83A6DF4A}">
      <dsp:nvSpPr>
        <dsp:cNvPr id="0" name=""/>
        <dsp:cNvSpPr/>
      </dsp:nvSpPr>
      <dsp:spPr>
        <a:xfrm>
          <a:off x="2757988" y="112303"/>
          <a:ext cx="2070807" cy="1242484"/>
        </a:xfrm>
        <a:prstGeom prst="roundRect">
          <a:avLst>
            <a:gd name="adj" fmla="val 10000"/>
          </a:avLst>
        </a:prstGeom>
        <a:solidFill>
          <a:srgbClr val="FF000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lvl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400" kern="1200" dirty="0" smtClean="0"/>
            <a:t>Post-Build</a:t>
          </a:r>
          <a:endParaRPr lang="en-US" sz="3400" kern="1200" dirty="0"/>
        </a:p>
      </dsp:txBody>
      <dsp:txXfrm>
        <a:off x="2794379" y="148694"/>
        <a:ext cx="1998025" cy="1169702"/>
      </dsp:txXfrm>
    </dsp:sp>
    <dsp:sp modelId="{D3E1FF0B-A971-4F33-A544-23C8F444D46B}">
      <dsp:nvSpPr>
        <dsp:cNvPr id="0" name=""/>
        <dsp:cNvSpPr/>
      </dsp:nvSpPr>
      <dsp:spPr>
        <a:xfrm rot="5400000">
          <a:off x="5159597" y="1100850"/>
          <a:ext cx="1543279" cy="186372"/>
        </a:xfrm>
        <a:prstGeom prst="rect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D8E4A3F-B029-4044-B813-97EDE1320ECE}">
      <dsp:nvSpPr>
        <dsp:cNvPr id="0" name=""/>
        <dsp:cNvSpPr/>
      </dsp:nvSpPr>
      <dsp:spPr>
        <a:xfrm>
          <a:off x="5512162" y="112303"/>
          <a:ext cx="2070807" cy="124248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lvl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400" kern="1200" dirty="0" smtClean="0"/>
            <a:t>Deploy</a:t>
          </a:r>
          <a:endParaRPr lang="en-US" sz="3400" kern="1200" dirty="0"/>
        </a:p>
      </dsp:txBody>
      <dsp:txXfrm>
        <a:off x="5548553" y="148694"/>
        <a:ext cx="1998025" cy="1169702"/>
      </dsp:txXfrm>
    </dsp:sp>
    <dsp:sp modelId="{64CBD430-6319-4E92-9BDF-60545B51861F}">
      <dsp:nvSpPr>
        <dsp:cNvPr id="0" name=""/>
        <dsp:cNvSpPr/>
      </dsp:nvSpPr>
      <dsp:spPr>
        <a:xfrm rot="5400000">
          <a:off x="5159597" y="2653955"/>
          <a:ext cx="1543279" cy="186372"/>
        </a:xfrm>
        <a:prstGeom prst="rect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F642F5C-74E2-4190-8226-B50938830450}">
      <dsp:nvSpPr>
        <dsp:cNvPr id="0" name=""/>
        <dsp:cNvSpPr/>
      </dsp:nvSpPr>
      <dsp:spPr>
        <a:xfrm>
          <a:off x="5512162" y="1665408"/>
          <a:ext cx="2070807" cy="124248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lvl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400" kern="1200" dirty="0" smtClean="0"/>
            <a:t>Monitor</a:t>
          </a:r>
          <a:endParaRPr lang="en-US" sz="3400" kern="1200" dirty="0"/>
        </a:p>
      </dsp:txBody>
      <dsp:txXfrm>
        <a:off x="5548553" y="1701799"/>
        <a:ext cx="1998025" cy="1169702"/>
      </dsp:txXfrm>
    </dsp:sp>
    <dsp:sp modelId="{032B2EDB-4248-4B36-AACC-D97EE06F9C56}">
      <dsp:nvSpPr>
        <dsp:cNvPr id="0" name=""/>
        <dsp:cNvSpPr/>
      </dsp:nvSpPr>
      <dsp:spPr>
        <a:xfrm>
          <a:off x="5512162" y="3218514"/>
          <a:ext cx="2070807" cy="1242484"/>
        </a:xfrm>
        <a:prstGeom prst="roundRect">
          <a:avLst>
            <a:gd name="adj" fmla="val 10000"/>
          </a:avLst>
        </a:prstGeom>
        <a:solidFill>
          <a:srgbClr val="C0000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lvl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400" kern="1200" dirty="0" smtClean="0"/>
            <a:t>Pentest</a:t>
          </a:r>
          <a:endParaRPr lang="en-US" sz="3400" kern="1200" dirty="0"/>
        </a:p>
      </dsp:txBody>
      <dsp:txXfrm>
        <a:off x="5548553" y="3254905"/>
        <a:ext cx="1998025" cy="116970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bProcess4">
  <dgm:title val=""/>
  <dgm:desc val=""/>
  <dgm:catLst>
    <dgm:cat type="process" pri="1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  <dgm:pt modelId="6">
          <dgm:prSet phldr="1"/>
        </dgm:pt>
        <dgm:pt modelId="7">
          <dgm:prSet phldr="1"/>
        </dgm:pt>
        <dgm:pt modelId="8">
          <dgm:prSet phldr="1"/>
        </dgm:pt>
        <dgm:pt modelId="9">
          <dgm:prSet phldr="1"/>
        </dgm:pt>
      </dgm:ptLst>
      <dgm:cxnLst>
        <dgm:cxn modelId="10" srcId="0" destId="1" srcOrd="0" destOrd="0"/>
        <dgm:cxn modelId="11" srcId="0" destId="2" srcOrd="1" destOrd="0"/>
        <dgm:cxn modelId="12" srcId="0" destId="3" srcOrd="2" destOrd="0"/>
        <dgm:cxn modelId="13" srcId="0" destId="4" srcOrd="3" destOrd="0"/>
        <dgm:cxn modelId="14" srcId="0" destId="5" srcOrd="4" destOrd="0"/>
        <dgm:cxn modelId="15" srcId="0" destId="6" srcOrd="5" destOrd="0"/>
        <dgm:cxn modelId="16" srcId="0" destId="7" srcOrd="6" destOrd="0"/>
        <dgm:cxn modelId="17" srcId="0" destId="8" srcOrd="7" destOrd="0"/>
        <dgm:cxn modelId="18" srcId="0" destId="9" srcOrd="8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Name0">
    <dgm:varLst>
      <dgm:dir/>
      <dgm:resizeHandles/>
    </dgm:varLst>
    <dgm:choose name="Name1">
      <dgm:if name="Name2" func="var" arg="dir" op="equ" val="norm">
        <dgm:alg type="snake">
          <dgm:param type="grDir" val="tL"/>
          <dgm:param type="flowDir" val="col"/>
          <dgm:param type="contDir" val="revDir"/>
          <dgm:param type="bkpt" val="bal"/>
        </dgm:alg>
      </dgm:if>
      <dgm:else name="Name3">
        <dgm:alg type="snake">
          <dgm:param type="grDir" val="tR"/>
          <dgm:param type="flowDir" val="col"/>
          <dgm:param type="contDir" val="revDir"/>
          <dgm:param type="bkpt" val="bal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h" for="ch" forName="compNode" refType="w" fact="0.6"/>
      <dgm:constr type="h" for="ch" forName="sibTrans" refType="h" refFor="ch" refForName="compNode" op="equ" fact="0.25"/>
      <dgm:constr type="sp" refType="w" fact="0.33"/>
      <dgm:constr type="primFontSz" for="des" forName="node" op="equ" val="65"/>
    </dgm:constrLst>
    <dgm:ruleLst/>
    <dgm:forEach name="nodesForEach" axis="ch" ptType="node">
      <dgm:layoutNode name="compNode">
        <dgm:alg type="composite"/>
        <dgm:shape xmlns:r="http://schemas.openxmlformats.org/officeDocument/2006/relationships" r:blip="">
          <dgm:adjLst/>
        </dgm:shape>
        <dgm:presOf/>
        <dgm:choose name="Name4">
          <dgm:if name="Name5" axis="self" func="var" arg="dir" op="equ" val="norm">
            <dgm:constrLst>
              <dgm:constr type="l" for="ch" forName="dummyConnPt" refType="w" fact="0.2"/>
              <dgm:constr type="t" for="ch" forName="dummyConnPt" refType="w" fact="0.145"/>
              <dgm:constr type="l" for="ch" forName="node"/>
              <dgm:constr type="t" for="ch" forName="node"/>
              <dgm:constr type="h" for="ch" forName="node" refType="h"/>
              <dgm:constr type="w" for="ch" forName="node" refType="w"/>
            </dgm:constrLst>
          </dgm:if>
          <dgm:else name="Name6">
            <dgm:constrLst>
              <dgm:constr type="l" for="ch" forName="dummyConnPt" refType="w" fact="0.8"/>
              <dgm:constr type="t" for="ch" forName="dummyConnPt" refType="w" fact="0.145"/>
              <dgm:constr type="l" for="ch" forName="node"/>
              <dgm:constr type="t" for="ch" forName="node"/>
              <dgm:constr type="h" for="ch" forName="node" refType="h"/>
              <dgm:constr type="w" for="ch" forName="node" refType="w"/>
            </dgm:constrLst>
          </dgm:else>
        </dgm:choose>
        <dgm:ruleLst/>
        <dgm:layoutNode name="dummyConnPt" styleLbl="node1" moveWith="node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node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desOrSelf" ptType="node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  <dgm:constr type="primFontSz" val="65"/>
          </dgm:constrLst>
          <dgm:ruleLst>
            <dgm:rule type="primFontSz" val="5" fact="NaN" max="NaN"/>
          </dgm:ruleLst>
        </dgm:layoutNode>
      </dgm:layoutNode>
      <dgm:forEach name="sibTransForEach" axis="followSib" cnt="1">
        <dgm:layoutNode name="sibTrans" styleLbl="bgSibTrans2D1">
          <dgm:choose name="Name7">
            <dgm:if name="Name8" axis="self" func="var" arg="dir" op="equ" val="norm">
              <dgm:alg type="conn">
                <dgm:param type="srcNode" val="dummyConnPt"/>
                <dgm:param type="dstNode" val="dummyConnPt"/>
                <dgm:param type="begPts" val="bCtr, midR, tCtr"/>
                <dgm:param type="endPts" val="tCtr, midL, bCtr"/>
                <dgm:param type="begSty" val="noArr"/>
                <dgm:param type="endSty" val="noArr"/>
              </dgm:alg>
            </dgm:if>
            <dgm:else name="Name9">
              <dgm:alg type="conn">
                <dgm:param type="srcNode" val="dummyConnPt"/>
                <dgm:param type="dstNode" val="dummyConnPt"/>
                <dgm:param type="begPts" val="bCtr, midL, tCtr"/>
                <dgm:param type="endPts" val="tCtr, midR, bCtr"/>
                <dgm:param type="begSty" val="noArr"/>
                <dgm:param type="endSty" val="noAr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/>
            <dgm:constr type="endPad"/>
          </dgm:constrLst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17730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17730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17730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17730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1523880" y="1122480"/>
            <a:ext cx="9143640" cy="82198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17730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17730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17730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17730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17730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17730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17730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17730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17730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17730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subTitle"/>
          </p:nvPr>
        </p:nvSpPr>
        <p:spPr>
          <a:xfrm>
            <a:off x="1523880" y="1122480"/>
            <a:ext cx="9143640" cy="82198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17730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17730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17730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17730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17730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17730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PlaceHolder 7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Relationship Id="rId9" Type="http://schemas.openxmlformats.org/officeDocument/2006/relationships/slideLayout" Target="../slideLayouts/slideLayout7.xml"/><Relationship Id="rId10" Type="http://schemas.openxmlformats.org/officeDocument/2006/relationships/slideLayout" Target="../slideLayouts/slideLayout8.xml"/><Relationship Id="rId11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1.xml"/><Relationship Id="rId14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2.jpeg"/><Relationship Id="rId3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8.xml"/><Relationship Id="rId9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2.xml"/><Relationship Id="rId13" Type="http://schemas.openxmlformats.org/officeDocument/2006/relationships/slideLayout" Target="../slideLayouts/slideLayout23.xml"/><Relationship Id="rId14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1773000"/>
          </a:xfrm>
          <a:prstGeom prst="rect">
            <a:avLst/>
          </a:prstGeom>
        </p:spPr>
        <p:txBody>
          <a:bodyPr anchor="ctr">
            <a:normAutofit/>
          </a:bodyPr>
          <a:p>
            <a:pPr algn="ctr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</a:pPr>
            <a:r>
              <a:rPr b="1" lang="en-US" sz="4200" spc="-1" strike="noStrike">
                <a:solidFill>
                  <a:srgbClr val="ffffff"/>
                </a:solidFill>
                <a:latin typeface="Arial"/>
              </a:rPr>
              <a:t>CLICK TO EDIT MASTER TITLE STYLE</a:t>
            </a:r>
            <a:endParaRPr b="0" lang="en-US" sz="4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</p:spPr>
        <p:txBody>
          <a:bodyPr anchor="ctr">
            <a:noAutofit/>
          </a:bodyPr>
          <a:p>
            <a:pPr>
              <a:lnSpc>
                <a:spcPct val="100000"/>
              </a:lnSpc>
            </a:pPr>
            <a:fld id="{9C9D6105-4AB1-46A3-8A6A-AB3D916D3B6E}" type="datetime">
              <a:rPr b="0" lang="en-US" sz="1200" spc="-1" strike="noStrike">
                <a:solidFill>
                  <a:srgbClr val="8b8b8b"/>
                </a:solidFill>
                <a:latin typeface="Arial"/>
              </a:rPr>
              <a:t>7/12/21</a:t>
            </a:fld>
            <a:endParaRPr b="0" lang="en-US" sz="1200" spc="-1" strike="noStrike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</p:spPr>
        <p:txBody>
          <a:bodyPr anchor="ctr">
            <a:noAutofit/>
          </a:bodyPr>
          <a:p>
            <a:endParaRPr b="0" lang="en-US" sz="24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</p:spPr>
        <p:txBody>
          <a:bodyPr anchor="ctr">
            <a:noAutofit/>
          </a:bodyPr>
          <a:p>
            <a:pPr algn="r">
              <a:lnSpc>
                <a:spcPct val="100000"/>
              </a:lnSpc>
            </a:pPr>
            <a:fld id="{0117F44A-7C2B-4C40-AF61-8E3C7269D865}" type="slidenum">
              <a:rPr b="0" lang="en-US" sz="1200" spc="-1" strike="noStrike">
                <a:solidFill>
                  <a:srgbClr val="8b8b8b"/>
                </a:solidFill>
                <a:latin typeface="Arial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568080"/>
          </a:xfrm>
          <a:prstGeom prst="rect">
            <a:avLst/>
          </a:prstGeom>
        </p:spPr>
        <p:txBody>
          <a:bodyPr anchor="ctr">
            <a:normAutofit fontScale="80000"/>
          </a:bodyPr>
          <a:p>
            <a:pPr algn="ctr">
              <a:lnSpc>
                <a:spcPct val="120000"/>
              </a:lnSpc>
            </a:pPr>
            <a:r>
              <a:rPr b="1" lang="en-US" sz="3200" spc="-1" strike="noStrike">
                <a:solidFill>
                  <a:srgbClr val="00cb8a"/>
                </a:solidFill>
                <a:latin typeface="Arial"/>
              </a:rPr>
              <a:t>Click to </a:t>
            </a:r>
            <a:r>
              <a:rPr b="1" lang="en-US" sz="3200" spc="-1" strike="noStrike">
                <a:solidFill>
                  <a:srgbClr val="00cb8a"/>
                </a:solidFill>
                <a:latin typeface="Arial"/>
              </a:rPr>
              <a:t>edit </a:t>
            </a:r>
            <a:r>
              <a:rPr b="1" lang="en-US" sz="3200" spc="-1" strike="noStrike">
                <a:solidFill>
                  <a:srgbClr val="00cb8a"/>
                </a:solidFill>
                <a:latin typeface="Arial"/>
              </a:rPr>
              <a:t>Master </a:t>
            </a:r>
            <a:r>
              <a:rPr b="1" lang="en-US" sz="3200" spc="-1" strike="noStrike">
                <a:solidFill>
                  <a:srgbClr val="00cb8a"/>
                </a:solidFill>
                <a:latin typeface="Arial"/>
              </a:rPr>
              <a:t>title </a:t>
            </a:r>
            <a:r>
              <a:rPr b="1" lang="en-US" sz="3200" spc="-1" strike="noStrike">
                <a:solidFill>
                  <a:srgbClr val="00cb8a"/>
                </a:solidFill>
                <a:latin typeface="Arial"/>
              </a:rPr>
              <a:t>style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838080" y="1130400"/>
            <a:ext cx="5562360" cy="4350960"/>
          </a:xfrm>
          <a:prstGeom prst="rect">
            <a:avLst/>
          </a:prstGeom>
        </p:spPr>
        <p:txBody>
          <a:bodyPr>
            <a:normAutofit/>
          </a:bodyPr>
          <a:p>
            <a:pPr marL="228600" indent="-228240"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Master text styles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1" marL="685800" indent="-228240"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143000" indent="-228240"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Clr>
                <a:srgbClr val="000000"/>
              </a:buClr>
              <a:buFont typeface="Arial"/>
              <a:buChar char="•"/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</a:rPr>
              <a:t>Third level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3" marL="1600200" indent="-228240"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Clr>
                <a:srgbClr val="000000"/>
              </a:buClr>
              <a:buFont typeface="Arial"/>
              <a:buChar char="•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Fourth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4" marL="2057400" indent="-228240"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Clr>
                <a:srgbClr val="000000"/>
              </a:buClr>
              <a:buFont typeface="Arial"/>
              <a:buChar char="•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Fifth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  <p:sldLayoutId id="2147483673" r:id="rId14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diagramData" Target="../diagrams/data1.xml"/><Relationship Id="rId2" Type="http://schemas.openxmlformats.org/officeDocument/2006/relationships/diagramLayout" Target="../diagrams/layout1.xml"/><Relationship Id="rId3" Type="http://schemas.openxmlformats.org/officeDocument/2006/relationships/diagramQuickStyle" Target="../diagrams/quickStyle1.xml"/><Relationship Id="rId4" Type="http://schemas.openxmlformats.org/officeDocument/2006/relationships/diagramColors" Target="../diagrams/colors1.xml"/><Relationship Id="rId5" Type="http://schemas.microsoft.com/office/2007/relationships/diagramDrawing" Target="../diagrams/drawing1.xml"/><Relationship Id="rId6" Type="http://schemas.openxmlformats.org/officeDocument/2006/relationships/image" Target="../media/image3.png"/><Relationship Id="rId7" Type="http://schemas.openxmlformats.org/officeDocument/2006/relationships/slideLayout" Target="../slideLayouts/slideLayout1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diagramData" Target="../diagrams/data2.xml"/><Relationship Id="rId3" Type="http://schemas.openxmlformats.org/officeDocument/2006/relationships/diagramLayout" Target="../diagrams/layout2.xml"/><Relationship Id="rId4" Type="http://schemas.openxmlformats.org/officeDocument/2006/relationships/diagramQuickStyle" Target="../diagrams/quickStyle2.xml"/><Relationship Id="rId5" Type="http://schemas.openxmlformats.org/officeDocument/2006/relationships/diagramColors" Target="../diagrams/colors2.xml"/><Relationship Id="rId6" Type="http://schemas.microsoft.com/office/2007/relationships/diagramDrawing" Target="../diagrams/drawing2.xml"/><Relationship Id="rId7" Type="http://schemas.openxmlformats.org/officeDocument/2006/relationships/slideLayout" Target="../slideLayouts/slideLayout1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1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10.png"/><Relationship Id="rId3" Type="http://schemas.openxmlformats.org/officeDocument/2006/relationships/slideLayout" Target="../slideLayouts/slideLayout13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2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slideLayout" Target="../slideLayouts/slideLayout13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slideLayout" Target="../slideLayouts/slideLayout2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image" Target="../media/image18.png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slideLayout" Target="../slideLayouts/slideLayout13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21.png"/><Relationship Id="rId2" Type="http://schemas.openxmlformats.org/officeDocument/2006/relationships/slideLayout" Target="../slideLayouts/slideLayout2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22.png"/><Relationship Id="rId2" Type="http://schemas.openxmlformats.org/officeDocument/2006/relationships/image" Target="../media/image23.png"/><Relationship Id="rId3" Type="http://schemas.openxmlformats.org/officeDocument/2006/relationships/image" Target="../media/image24.png"/><Relationship Id="rId4" Type="http://schemas.openxmlformats.org/officeDocument/2006/relationships/image" Target="../media/image25.png"/><Relationship Id="rId5" Type="http://schemas.openxmlformats.org/officeDocument/2006/relationships/slideLayout" Target="../slideLayouts/slideLayout13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26.png"/><Relationship Id="rId2" Type="http://schemas.openxmlformats.org/officeDocument/2006/relationships/slideLayout" Target="../slideLayouts/slideLayout2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27.png"/><Relationship Id="rId2" Type="http://schemas.openxmlformats.org/officeDocument/2006/relationships/image" Target="../media/image28.png"/><Relationship Id="rId3" Type="http://schemas.openxmlformats.org/officeDocument/2006/relationships/slideLayout" Target="../slideLayouts/slideLayout13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29.png"/><Relationship Id="rId2" Type="http://schemas.openxmlformats.org/officeDocument/2006/relationships/slideLayout" Target="../slideLayouts/slideLayout2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30.png"/><Relationship Id="rId2" Type="http://schemas.openxmlformats.org/officeDocument/2006/relationships/image" Target="../media/image31.png"/><Relationship Id="rId3" Type="http://schemas.openxmlformats.org/officeDocument/2006/relationships/slideLayout" Target="../slideLayouts/slideLayout13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TextShape 1"/>
          <p:cNvSpPr txBox="1"/>
          <p:nvPr/>
        </p:nvSpPr>
        <p:spPr>
          <a:xfrm>
            <a:off x="1523880" y="1854000"/>
            <a:ext cx="9143640" cy="1773000"/>
          </a:xfrm>
          <a:prstGeom prst="rect">
            <a:avLst/>
          </a:prstGeom>
          <a:noFill/>
          <a:ln>
            <a:noFill/>
          </a:ln>
        </p:spPr>
        <p:txBody>
          <a:bodyPr anchor="ctr">
            <a:normAutofit/>
          </a:bodyPr>
          <a:p>
            <a:pPr algn="ctr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</a:pPr>
            <a:r>
              <a:rPr b="1" lang="en-US" sz="4000" spc="-1" strike="noStrike">
                <a:solidFill>
                  <a:srgbClr val="ffffff"/>
                </a:solidFill>
                <a:latin typeface="Arial"/>
              </a:rPr>
              <a:t>AN </a:t>
            </a:r>
            <a:r>
              <a:rPr b="1" lang="en-US" sz="4000" spc="-1" strike="noStrike">
                <a:solidFill>
                  <a:srgbClr val="ffffff"/>
                </a:solidFill>
                <a:latin typeface="Arial"/>
              </a:rPr>
              <a:t>NINH </a:t>
            </a:r>
            <a:r>
              <a:rPr b="1" lang="en-US" sz="4000" spc="-1" strike="noStrike">
                <a:solidFill>
                  <a:srgbClr val="ffffff"/>
                </a:solidFill>
                <a:latin typeface="Arial"/>
              </a:rPr>
              <a:t>TRON</a:t>
            </a:r>
            <a:r>
              <a:rPr b="1" lang="en-US" sz="4000" spc="-1" strike="noStrike">
                <a:solidFill>
                  <a:srgbClr val="ffffff"/>
                </a:solidFill>
                <a:latin typeface="Arial"/>
              </a:rPr>
              <a:t>G QUY </a:t>
            </a:r>
            <a:r>
              <a:rPr b="1" lang="en-US" sz="4000" spc="-1" strike="noStrike">
                <a:solidFill>
                  <a:srgbClr val="ffffff"/>
                </a:solidFill>
                <a:latin typeface="Arial"/>
              </a:rPr>
              <a:t>TRÌNH </a:t>
            </a:r>
            <a:r>
              <a:rPr b="1" lang="en-US" sz="4000" spc="-1" strike="noStrike">
                <a:solidFill>
                  <a:srgbClr val="ffffff"/>
                </a:solidFill>
                <a:latin typeface="Arial"/>
              </a:rPr>
              <a:t>PHÁT </a:t>
            </a:r>
            <a:r>
              <a:rPr b="1" lang="en-US" sz="4000" spc="-1" strike="noStrike">
                <a:solidFill>
                  <a:srgbClr val="ffffff"/>
                </a:solidFill>
                <a:latin typeface="Arial"/>
              </a:rPr>
              <a:t>TRIỂN </a:t>
            </a:r>
            <a:r>
              <a:rPr b="1" lang="en-US" sz="4000" spc="-1" strike="noStrike">
                <a:solidFill>
                  <a:srgbClr val="ffffff"/>
                </a:solidFill>
                <a:latin typeface="Arial"/>
              </a:rPr>
              <a:t>PHẦN </a:t>
            </a:r>
            <a:r>
              <a:rPr b="1" lang="en-US" sz="4000" spc="-1" strike="noStrike">
                <a:solidFill>
                  <a:srgbClr val="ffffff"/>
                </a:solidFill>
                <a:latin typeface="Arial"/>
              </a:rPr>
              <a:t>MỀM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CustomShape 1"/>
          <p:cNvSpPr/>
          <p:nvPr/>
        </p:nvSpPr>
        <p:spPr>
          <a:xfrm>
            <a:off x="624960" y="200160"/>
            <a:ext cx="10515240" cy="438840"/>
          </a:xfrm>
          <a:prstGeom prst="rect">
            <a:avLst/>
          </a:prstGeom>
          <a:noFill/>
          <a:ln>
            <a:noFill/>
          </a:ln>
        </p:spPr>
        <p:style>
          <a:lnRef idx="2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90000"/>
              </a:lnSpc>
            </a:pPr>
            <a:r>
              <a:rPr b="1" lang="en-US" sz="2800" spc="-1" strike="noStrike">
                <a:solidFill>
                  <a:srgbClr val="2e75b6"/>
                </a:solidFill>
                <a:latin typeface="Arial"/>
              </a:rPr>
              <a:t>Nội dung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81" name="Line 2"/>
          <p:cNvSpPr/>
          <p:nvPr/>
        </p:nvSpPr>
        <p:spPr>
          <a:xfrm>
            <a:off x="624960" y="656280"/>
            <a:ext cx="10268280" cy="43920"/>
          </a:xfrm>
          <a:prstGeom prst="line">
            <a:avLst/>
          </a:prstGeom>
          <a:ln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graphicFrame>
        <p:nvGraphicFramePr>
          <p:cNvPr id="1" name="Diagram1"/>
          <p:cNvGraphicFramePr/>
          <p:nvPr>
            <p:extLst>
              <p:ext uri="{D42A27DB-BD31-4B8C-83A1-F6EECF244321}">
                <p14:modId xmlns:p14="http://schemas.microsoft.com/office/powerpoint/2010/main" val="1314365719"/>
              </p:ext>
            </p:extLst>
          </p:nvPr>
        </p:nvGraphicFramePr>
        <p:xfrm>
          <a:off x="1995840" y="719640"/>
          <a:ext cx="8127720" cy="5418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  <p:pic>
        <p:nvPicPr>
          <p:cNvPr id="82" name="Image 1" descr=""/>
          <p:cNvPicPr/>
          <p:nvPr/>
        </p:nvPicPr>
        <p:blipFill>
          <a:blip r:embed="rId6"/>
          <a:stretch/>
        </p:blipFill>
        <p:spPr>
          <a:xfrm>
            <a:off x="10291320" y="155520"/>
            <a:ext cx="1820880" cy="52848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TextShape 1"/>
          <p:cNvSpPr txBox="1"/>
          <p:nvPr/>
        </p:nvSpPr>
        <p:spPr>
          <a:xfrm>
            <a:off x="1723680" y="2401200"/>
            <a:ext cx="9143640" cy="896400"/>
          </a:xfrm>
          <a:prstGeom prst="rect">
            <a:avLst/>
          </a:prstGeom>
          <a:noFill/>
          <a:ln>
            <a:noFill/>
          </a:ln>
        </p:spPr>
        <p:txBody>
          <a:bodyPr anchor="ctr">
            <a:normAutofit fontScale="36000"/>
          </a:bodyPr>
          <a:p>
            <a:pPr algn="ctr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</a:pPr>
            <a:r>
              <a:rPr b="1" lang="en-US" sz="4200" spc="-1" strike="noStrike">
                <a:solidFill>
                  <a:srgbClr val="ffffff"/>
                </a:solidFill>
                <a:latin typeface="Arial"/>
              </a:rPr>
              <a:t>QUY TRÌNH PHÁT TRIỂN PHẦN MỀM</a:t>
            </a:r>
            <a:endParaRPr b="0" lang="en-US" sz="4200" spc="-1" strike="noStrike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84" name="Picture 2" descr=""/>
          <p:cNvPicPr/>
          <p:nvPr/>
        </p:nvPicPr>
        <p:blipFill>
          <a:blip r:embed="rId1"/>
          <a:stretch/>
        </p:blipFill>
        <p:spPr>
          <a:xfrm>
            <a:off x="3734280" y="-8280"/>
            <a:ext cx="4590000" cy="107568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CustomShape 1"/>
          <p:cNvSpPr/>
          <p:nvPr/>
        </p:nvSpPr>
        <p:spPr>
          <a:xfrm>
            <a:off x="624960" y="200160"/>
            <a:ext cx="10515240" cy="4388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90000"/>
              </a:lnSpc>
            </a:pPr>
            <a:r>
              <a:rPr b="1" lang="en-US" sz="2800" spc="-1" strike="noStrike">
                <a:solidFill>
                  <a:srgbClr val="2e75b6"/>
                </a:solidFill>
                <a:latin typeface="Arial"/>
              </a:rPr>
              <a:t>Quy trình phát triển phần mềm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86" name="Line 2"/>
          <p:cNvSpPr/>
          <p:nvPr/>
        </p:nvSpPr>
        <p:spPr>
          <a:xfrm>
            <a:off x="624960" y="656280"/>
            <a:ext cx="10268280" cy="43920"/>
          </a:xfrm>
          <a:prstGeom prst="line">
            <a:avLst/>
          </a:prstGeom>
          <a:ln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pic>
        <p:nvPicPr>
          <p:cNvPr id="87" name="Image 1" descr=""/>
          <p:cNvPicPr/>
          <p:nvPr/>
        </p:nvPicPr>
        <p:blipFill>
          <a:blip r:embed="rId1"/>
          <a:stretch/>
        </p:blipFill>
        <p:spPr>
          <a:xfrm>
            <a:off x="10291320" y="155520"/>
            <a:ext cx="1820880" cy="52848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TextShape 1"/>
          <p:cNvSpPr txBox="1"/>
          <p:nvPr/>
        </p:nvSpPr>
        <p:spPr>
          <a:xfrm>
            <a:off x="1723680" y="2401200"/>
            <a:ext cx="9143640" cy="896400"/>
          </a:xfrm>
          <a:prstGeom prst="rect">
            <a:avLst/>
          </a:prstGeom>
          <a:noFill/>
          <a:ln>
            <a:noFill/>
          </a:ln>
        </p:spPr>
        <p:txBody>
          <a:bodyPr anchor="ctr">
            <a:normAutofit fontScale="36000"/>
          </a:bodyPr>
          <a:p>
            <a:pPr algn="ctr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</a:pPr>
            <a:r>
              <a:rPr b="1" lang="en-US" sz="4200" spc="-1" strike="noStrike">
                <a:solidFill>
                  <a:srgbClr val="ffffff"/>
                </a:solidFill>
                <a:latin typeface="Arial"/>
              </a:rPr>
              <a:t>QUY </a:t>
            </a:r>
            <a:r>
              <a:rPr b="1" lang="en-US" sz="4200" spc="-1" strike="noStrike">
                <a:solidFill>
                  <a:srgbClr val="ffffff"/>
                </a:solidFill>
                <a:latin typeface="Arial"/>
              </a:rPr>
              <a:t>TRÌN</a:t>
            </a:r>
            <a:r>
              <a:rPr b="1" lang="en-US" sz="4200" spc="-1" strike="noStrike">
                <a:solidFill>
                  <a:srgbClr val="ffffff"/>
                </a:solidFill>
                <a:latin typeface="Arial"/>
              </a:rPr>
              <a:t>H </a:t>
            </a:r>
            <a:r>
              <a:rPr b="1" lang="en-US" sz="4200" spc="-1" strike="noStrike">
                <a:solidFill>
                  <a:srgbClr val="ffffff"/>
                </a:solidFill>
                <a:latin typeface="Arial"/>
              </a:rPr>
              <a:t>PHÁ</a:t>
            </a:r>
            <a:r>
              <a:rPr b="1" lang="en-US" sz="4200" spc="-1" strike="noStrike">
                <a:solidFill>
                  <a:srgbClr val="ffffff"/>
                </a:solidFill>
                <a:latin typeface="Arial"/>
              </a:rPr>
              <a:t>T </a:t>
            </a:r>
            <a:r>
              <a:rPr b="1" lang="en-US" sz="4200" spc="-1" strike="noStrike">
                <a:solidFill>
                  <a:srgbClr val="ffffff"/>
                </a:solidFill>
                <a:latin typeface="Arial"/>
              </a:rPr>
              <a:t>TRIỂ</a:t>
            </a:r>
            <a:r>
              <a:rPr b="1" lang="en-US" sz="4200" spc="-1" strike="noStrike">
                <a:solidFill>
                  <a:srgbClr val="ffffff"/>
                </a:solidFill>
                <a:latin typeface="Arial"/>
              </a:rPr>
              <a:t>N </a:t>
            </a:r>
            <a:r>
              <a:rPr b="1" lang="en-US" sz="4200" spc="-1" strike="noStrike">
                <a:solidFill>
                  <a:srgbClr val="ffffff"/>
                </a:solidFill>
                <a:latin typeface="Arial"/>
              </a:rPr>
              <a:t>PHẦ</a:t>
            </a:r>
            <a:r>
              <a:rPr b="1" lang="en-US" sz="4200" spc="-1" strike="noStrike">
                <a:solidFill>
                  <a:srgbClr val="ffffff"/>
                </a:solidFill>
                <a:latin typeface="Arial"/>
              </a:rPr>
              <a:t>N </a:t>
            </a:r>
            <a:r>
              <a:rPr b="1" lang="en-US" sz="4200" spc="-1" strike="noStrike">
                <a:solidFill>
                  <a:srgbClr val="ffffff"/>
                </a:solidFill>
                <a:latin typeface="Arial"/>
              </a:rPr>
              <a:t>MỀM</a:t>
            </a:r>
            <a:endParaRPr b="0" lang="en-US" sz="4200" spc="-1" strike="noStrike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89" name="Picture 2_0" descr=""/>
          <p:cNvPicPr/>
          <p:nvPr/>
        </p:nvPicPr>
        <p:blipFill>
          <a:blip r:embed="rId1"/>
          <a:stretch/>
        </p:blipFill>
        <p:spPr>
          <a:xfrm>
            <a:off x="3734280" y="-8280"/>
            <a:ext cx="4590000" cy="107568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CustomShape 1"/>
          <p:cNvSpPr/>
          <p:nvPr/>
        </p:nvSpPr>
        <p:spPr>
          <a:xfrm>
            <a:off x="624960" y="200160"/>
            <a:ext cx="10515240" cy="4388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90000"/>
              </a:lnSpc>
            </a:pPr>
            <a:r>
              <a:rPr b="1" lang="en-US" sz="2800" spc="-1" strike="noStrike">
                <a:solidFill>
                  <a:srgbClr val="2e75b6"/>
                </a:solidFill>
                <a:latin typeface="Arial"/>
              </a:rPr>
              <a:t>Quy trình phát </a:t>
            </a:r>
            <a:r>
              <a:rPr b="1" lang="en-US" sz="2800" spc="-1" strike="noStrike">
                <a:solidFill>
                  <a:srgbClr val="2e75b6"/>
                </a:solidFill>
                <a:latin typeface="Arial"/>
              </a:rPr>
              <a:t>triển phần </a:t>
            </a:r>
            <a:r>
              <a:rPr b="1" lang="en-US" sz="2800" spc="-1" strike="noStrike">
                <a:solidFill>
                  <a:srgbClr val="2e75b6"/>
                </a:solidFill>
                <a:latin typeface="Arial"/>
              </a:rPr>
              <a:t>mềm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91" name="Line 2"/>
          <p:cNvSpPr/>
          <p:nvPr/>
        </p:nvSpPr>
        <p:spPr>
          <a:xfrm>
            <a:off x="624960" y="656280"/>
            <a:ext cx="10268280" cy="43920"/>
          </a:xfrm>
          <a:prstGeom prst="line">
            <a:avLst/>
          </a:prstGeom>
          <a:ln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pic>
        <p:nvPicPr>
          <p:cNvPr id="92" name="Image 1_0" descr=""/>
          <p:cNvPicPr/>
          <p:nvPr/>
        </p:nvPicPr>
        <p:blipFill>
          <a:blip r:embed="rId1"/>
          <a:stretch/>
        </p:blipFill>
        <p:spPr>
          <a:xfrm>
            <a:off x="10291320" y="155520"/>
            <a:ext cx="1820880" cy="528480"/>
          </a:xfrm>
          <a:prstGeom prst="rect">
            <a:avLst/>
          </a:prstGeom>
          <a:ln>
            <a:noFill/>
          </a:ln>
        </p:spPr>
      </p:pic>
      <p:graphicFrame>
        <p:nvGraphicFramePr>
          <p:cNvPr id="2" name="Diagram2"/>
          <p:cNvGraphicFramePr/>
          <p:nvPr>
            <p:extLst>
              <p:ext uri="{D42A27DB-BD31-4B8C-83A1-F6EECF244321}">
                <p14:modId xmlns:p14="http://schemas.microsoft.com/office/powerpoint/2010/main" val="373679347"/>
              </p:ext>
            </p:extLst>
          </p:nvPr>
        </p:nvGraphicFramePr>
        <p:xfrm>
          <a:off x="2459160" y="1163520"/>
          <a:ext cx="7586280" cy="45730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CustomShape 1"/>
          <p:cNvSpPr/>
          <p:nvPr/>
        </p:nvSpPr>
        <p:spPr>
          <a:xfrm>
            <a:off x="335160" y="678240"/>
            <a:ext cx="10969920" cy="19796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marL="285840" indent="-28548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Clr>
                <a:srgbClr val="2f5597"/>
              </a:buClr>
              <a:buFont typeface="StarSymbol"/>
              <a:buChar char="-"/>
            </a:pPr>
            <a:r>
              <a:rPr b="0" lang="en-US" sz="1400" spc="-1" strike="noStrike">
                <a:solidFill>
                  <a:srgbClr val="2f5597"/>
                </a:solidFill>
                <a:latin typeface="Calibri"/>
              </a:rPr>
              <a:t>Bước 2: Nhập thông tin tài khoản liên kết:</a:t>
            </a:r>
            <a:endParaRPr b="0" lang="en-US" sz="1400" spc="-1" strike="noStrike">
              <a:latin typeface="Arial"/>
            </a:endParaRPr>
          </a:p>
          <a:p>
            <a:pPr marL="285840" indent="-28548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Clr>
                <a:srgbClr val="2f5597"/>
              </a:buClr>
              <a:buFont typeface="Wingdings" charset="2"/>
              <a:buChar char=""/>
            </a:pPr>
            <a:r>
              <a:rPr b="0" lang="en-US" sz="1400" spc="-1" strike="noStrike">
                <a:solidFill>
                  <a:srgbClr val="2f5597"/>
                </a:solidFill>
                <a:latin typeface="Calibri"/>
              </a:rPr>
              <a:t>TH1: Liên kết bằng Smartbanking: Nhập thông tin tài khoản và số điện thoại đăng ký dịch vụ Smartbanking (SĐT đăng ký Smartbanking phải trùng với số điện thoại đăng ký ví JetPay)</a:t>
            </a:r>
            <a:endParaRPr b="0" lang="en-US" sz="1400" spc="-1" strike="noStrike">
              <a:latin typeface="Arial"/>
            </a:endParaRPr>
          </a:p>
          <a:p>
            <a:pPr marL="285840" indent="-28548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Clr>
                <a:srgbClr val="2f5597"/>
              </a:buClr>
              <a:buFont typeface="Wingdings" charset="2"/>
              <a:buChar char=""/>
            </a:pPr>
            <a:r>
              <a:rPr b="0" lang="en-US" sz="1400" spc="-1" strike="noStrike">
                <a:solidFill>
                  <a:srgbClr val="2f5597"/>
                </a:solidFill>
                <a:latin typeface="Calibri"/>
              </a:rPr>
              <a:t>TH2: Liên kết bằng thẻ AMT: Nhập họ và tên, số thẻ trùng với thông tin in trên thẻ ATM</a:t>
            </a:r>
            <a:endParaRPr b="0" lang="en-US" sz="1400" spc="-1" strike="noStrike">
              <a:latin typeface="Arial"/>
            </a:endParaRPr>
          </a:p>
          <a:p>
            <a:pPr marL="285840" indent="-28548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Clr>
                <a:srgbClr val="2f5597"/>
              </a:buClr>
              <a:buFont typeface="Wingdings" charset="2"/>
              <a:buChar char=""/>
            </a:pPr>
            <a:r>
              <a:rPr b="0" lang="en-US" sz="1400" spc="-1" strike="noStrike">
                <a:solidFill>
                  <a:srgbClr val="2f5597"/>
                </a:solidFill>
                <a:latin typeface="Calibri"/>
              </a:rPr>
              <a:t>TH3: Liên kết bằng số tài khoản: Nhập thông tin theo thông tin tài khoản ngân hàng đã cung cấp</a:t>
            </a:r>
            <a:endParaRPr b="0" lang="en-US" sz="1400" spc="-1" strike="noStrike">
              <a:latin typeface="Arial"/>
            </a:endParaRPr>
          </a:p>
          <a:p>
            <a:pPr marL="285840" indent="-28548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Clr>
                <a:srgbClr val="2f5597"/>
              </a:buClr>
              <a:buFont typeface="Wingdings" charset="2"/>
              <a:buChar char="-"/>
            </a:pPr>
            <a:r>
              <a:rPr b="0" lang="en-US" sz="1400" spc="-1" strike="noStrike">
                <a:solidFill>
                  <a:srgbClr val="2f5597"/>
                </a:solidFill>
                <a:latin typeface="Calibri"/>
              </a:rPr>
              <a:t>Kích “</a:t>
            </a:r>
            <a:r>
              <a:rPr b="1" lang="en-US" sz="1400" spc="-1" strike="noStrike">
                <a:solidFill>
                  <a:srgbClr val="2f5597"/>
                </a:solidFill>
                <a:latin typeface="Calibri"/>
              </a:rPr>
              <a:t>Xác nhận”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94" name="CustomShape 2"/>
          <p:cNvSpPr/>
          <p:nvPr/>
        </p:nvSpPr>
        <p:spPr>
          <a:xfrm>
            <a:off x="624960" y="200160"/>
            <a:ext cx="10515240" cy="4388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90000"/>
              </a:lnSpc>
            </a:pPr>
            <a:r>
              <a:rPr b="1" lang="en-US" sz="2800" spc="-1" strike="noStrike">
                <a:solidFill>
                  <a:srgbClr val="2e75b6"/>
                </a:solidFill>
                <a:latin typeface="Arial"/>
              </a:rPr>
              <a:t>Design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95" name="Line 3"/>
          <p:cNvSpPr/>
          <p:nvPr/>
        </p:nvSpPr>
        <p:spPr>
          <a:xfrm>
            <a:off x="624960" y="656280"/>
            <a:ext cx="10268280" cy="43920"/>
          </a:xfrm>
          <a:prstGeom prst="line">
            <a:avLst/>
          </a:prstGeom>
          <a:ln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pic>
        <p:nvPicPr>
          <p:cNvPr id="96" name="Image 1" descr=""/>
          <p:cNvPicPr/>
          <p:nvPr/>
        </p:nvPicPr>
        <p:blipFill>
          <a:blip r:embed="rId1"/>
          <a:stretch/>
        </p:blipFill>
        <p:spPr>
          <a:xfrm>
            <a:off x="10291320" y="155520"/>
            <a:ext cx="1820880" cy="52848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CustomShape 1"/>
          <p:cNvSpPr/>
          <p:nvPr/>
        </p:nvSpPr>
        <p:spPr>
          <a:xfrm>
            <a:off x="335160" y="678240"/>
            <a:ext cx="10969920" cy="3034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marL="285840" indent="-28548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Clr>
                <a:srgbClr val="2f5597"/>
              </a:buClr>
              <a:buFont typeface="StarSymbol"/>
              <a:buChar char="-"/>
            </a:pPr>
            <a:r>
              <a:rPr b="0" lang="en-US" sz="1400" spc="-1" strike="noStrike">
                <a:solidFill>
                  <a:srgbClr val="2f5597"/>
                </a:solidFill>
                <a:latin typeface="Calibri"/>
              </a:rPr>
              <a:t>Bước 3: Nhập OTP được gửi về số điện thoại đăng ký SmartBanking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98" name="CustomShape 2"/>
          <p:cNvSpPr/>
          <p:nvPr/>
        </p:nvSpPr>
        <p:spPr>
          <a:xfrm>
            <a:off x="624960" y="200160"/>
            <a:ext cx="10515240" cy="4388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90000"/>
              </a:lnSpc>
            </a:pPr>
            <a:r>
              <a:rPr b="1" lang="en-US" sz="2800" spc="-1" strike="noStrike">
                <a:solidFill>
                  <a:srgbClr val="2e75b6"/>
                </a:solidFill>
                <a:latin typeface="Arial"/>
              </a:rPr>
              <a:t>Liên kết ngân hàng BIDV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99" name="Line 3"/>
          <p:cNvSpPr/>
          <p:nvPr/>
        </p:nvSpPr>
        <p:spPr>
          <a:xfrm>
            <a:off x="624960" y="656280"/>
            <a:ext cx="10268280" cy="43920"/>
          </a:xfrm>
          <a:prstGeom prst="line">
            <a:avLst/>
          </a:prstGeom>
          <a:ln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pic>
        <p:nvPicPr>
          <p:cNvPr id="100" name="Image 1" descr=""/>
          <p:cNvPicPr/>
          <p:nvPr/>
        </p:nvPicPr>
        <p:blipFill>
          <a:blip r:embed="rId1"/>
          <a:stretch/>
        </p:blipFill>
        <p:spPr>
          <a:xfrm>
            <a:off x="10291320" y="155520"/>
            <a:ext cx="1820880" cy="528480"/>
          </a:xfrm>
          <a:prstGeom prst="rect">
            <a:avLst/>
          </a:prstGeom>
          <a:ln>
            <a:noFill/>
          </a:ln>
        </p:spPr>
      </p:pic>
      <p:pic>
        <p:nvPicPr>
          <p:cNvPr id="101" name="Picture 2" descr=""/>
          <p:cNvPicPr/>
          <p:nvPr/>
        </p:nvPicPr>
        <p:blipFill>
          <a:blip r:embed="rId2"/>
          <a:stretch/>
        </p:blipFill>
        <p:spPr>
          <a:xfrm>
            <a:off x="2885040" y="1162440"/>
            <a:ext cx="6499440" cy="219024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TextShape 1"/>
          <p:cNvSpPr txBox="1"/>
          <p:nvPr/>
        </p:nvSpPr>
        <p:spPr>
          <a:xfrm>
            <a:off x="1723680" y="2817000"/>
            <a:ext cx="9143640" cy="896400"/>
          </a:xfrm>
          <a:prstGeom prst="rect">
            <a:avLst/>
          </a:prstGeom>
          <a:noFill/>
          <a:ln>
            <a:noFill/>
          </a:ln>
        </p:spPr>
        <p:txBody>
          <a:bodyPr anchor="ctr">
            <a:normAutofit/>
          </a:bodyPr>
          <a:p>
            <a:pPr algn="ctr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</a:pPr>
            <a:r>
              <a:rPr b="1" lang="en-US" sz="4200" spc="-1" strike="noStrike">
                <a:solidFill>
                  <a:srgbClr val="ffffff"/>
                </a:solidFill>
                <a:latin typeface="Arial"/>
              </a:rPr>
              <a:t>Hủy liên kết ngân hàng</a:t>
            </a:r>
            <a:endParaRPr b="0" lang="en-US" sz="4200" spc="-1" strike="noStrike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103" name="Picture 2" descr=""/>
          <p:cNvPicPr/>
          <p:nvPr/>
        </p:nvPicPr>
        <p:blipFill>
          <a:blip r:embed="rId1"/>
          <a:stretch/>
        </p:blipFill>
        <p:spPr>
          <a:xfrm>
            <a:off x="3734280" y="-8280"/>
            <a:ext cx="4590000" cy="107568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CustomShape 1"/>
          <p:cNvSpPr/>
          <p:nvPr/>
        </p:nvSpPr>
        <p:spPr>
          <a:xfrm>
            <a:off x="335160" y="711720"/>
            <a:ext cx="5150880" cy="18262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marL="343080" indent="-34272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Clr>
                <a:srgbClr val="2f5597"/>
              </a:buClr>
              <a:buFont typeface="StarSymbol"/>
              <a:buAutoNum type="arabicPeriod"/>
            </a:pPr>
            <a:r>
              <a:rPr b="1" lang="en-US" sz="1400" spc="-1" strike="noStrike">
                <a:solidFill>
                  <a:srgbClr val="2f5597"/>
                </a:solidFill>
                <a:latin typeface="Calibri"/>
              </a:rPr>
              <a:t>Tình huống sử dụng: </a:t>
            </a:r>
            <a:endParaRPr b="0" lang="en-US" sz="1400" spc="-1" strike="noStrike">
              <a:latin typeface="Arial"/>
            </a:endParaRPr>
          </a:p>
          <a:p>
            <a:pPr marL="285840" indent="-28548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Clr>
                <a:srgbClr val="2f5597"/>
              </a:buClr>
              <a:buFont typeface="StarSymbol"/>
              <a:buChar char="-"/>
            </a:pPr>
            <a:r>
              <a:rPr b="0" lang="en-US" sz="1400" spc="-1" strike="noStrike">
                <a:solidFill>
                  <a:srgbClr val="2f5597"/>
                </a:solidFill>
                <a:latin typeface="Calibri"/>
              </a:rPr>
              <a:t>Khi bạn không có nhu cầu sử dụng tài khoản ngân hàng này nữa</a:t>
            </a:r>
            <a:endParaRPr b="0" lang="en-US" sz="1400" spc="-1" strike="noStrike">
              <a:latin typeface="Arial"/>
            </a:endParaRPr>
          </a:p>
          <a:p>
            <a:pPr marL="285840" indent="-28548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Clr>
                <a:srgbClr val="2f5597"/>
              </a:buClr>
              <a:buFont typeface="StarSymbol"/>
              <a:buChar char="-"/>
            </a:pPr>
            <a:r>
              <a:rPr b="0" lang="en-US" sz="1400" spc="-1" strike="noStrike">
                <a:solidFill>
                  <a:srgbClr val="2f5597"/>
                </a:solidFill>
                <a:latin typeface="Calibri"/>
              </a:rPr>
              <a:t>Khi bạn nghi ngờ tài khoản ví điện tử của mình bị đánh cắp</a:t>
            </a:r>
            <a:endParaRPr b="0" lang="en-US" sz="1400" spc="-1" strike="noStrike">
              <a:latin typeface="Arial"/>
            </a:endParaRPr>
          </a:p>
          <a:p>
            <a:pPr marL="285840" indent="-28548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Clr>
                <a:srgbClr val="2f5597"/>
              </a:buClr>
              <a:buFont typeface="StarSymbol"/>
              <a:buChar char="-"/>
            </a:pPr>
            <a:r>
              <a:rPr b="0" lang="en-US" sz="1400" spc="-1" strike="noStrike">
                <a:solidFill>
                  <a:srgbClr val="2f5597"/>
                </a:solidFill>
                <a:latin typeface="Calibri"/>
              </a:rPr>
              <a:t>Khi bạn không sử dụng ví JetPay nữa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05" name="CustomShape 2"/>
          <p:cNvSpPr/>
          <p:nvPr/>
        </p:nvSpPr>
        <p:spPr>
          <a:xfrm>
            <a:off x="624960" y="200160"/>
            <a:ext cx="10515240" cy="4388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90000"/>
              </a:lnSpc>
            </a:pPr>
            <a:r>
              <a:rPr b="1" lang="en-US" sz="2800" spc="-1" strike="noStrike">
                <a:solidFill>
                  <a:srgbClr val="2e75b6"/>
                </a:solidFill>
                <a:latin typeface="Arial"/>
              </a:rPr>
              <a:t>Hủy liên kết ngân hàng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106" name="Line 3"/>
          <p:cNvSpPr/>
          <p:nvPr/>
        </p:nvSpPr>
        <p:spPr>
          <a:xfrm>
            <a:off x="624960" y="656280"/>
            <a:ext cx="10268280" cy="43920"/>
          </a:xfrm>
          <a:prstGeom prst="line">
            <a:avLst/>
          </a:prstGeom>
          <a:ln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pic>
        <p:nvPicPr>
          <p:cNvPr id="107" name="Picture 2" descr=""/>
          <p:cNvPicPr/>
          <p:nvPr/>
        </p:nvPicPr>
        <p:blipFill>
          <a:blip r:embed="rId1"/>
          <a:stretch/>
        </p:blipFill>
        <p:spPr>
          <a:xfrm>
            <a:off x="209880" y="2426400"/>
            <a:ext cx="3135600" cy="1789920"/>
          </a:xfrm>
          <a:prstGeom prst="rect">
            <a:avLst/>
          </a:prstGeom>
          <a:ln w="6480">
            <a:solidFill>
              <a:schemeClr val="tx1"/>
            </a:solidFill>
            <a:round/>
          </a:ln>
        </p:spPr>
      </p:pic>
      <p:pic>
        <p:nvPicPr>
          <p:cNvPr id="108" name="Picture 6" descr=""/>
          <p:cNvPicPr/>
          <p:nvPr/>
        </p:nvPicPr>
        <p:blipFill>
          <a:blip r:embed="rId2"/>
          <a:stretch/>
        </p:blipFill>
        <p:spPr>
          <a:xfrm>
            <a:off x="3923280" y="2399040"/>
            <a:ext cx="3671280" cy="1807560"/>
          </a:xfrm>
          <a:prstGeom prst="rect">
            <a:avLst/>
          </a:prstGeom>
          <a:ln w="6480">
            <a:solidFill>
              <a:schemeClr val="tx1"/>
            </a:solidFill>
            <a:round/>
          </a:ln>
        </p:spPr>
      </p:pic>
      <p:pic>
        <p:nvPicPr>
          <p:cNvPr id="109" name="Picture 7" descr=""/>
          <p:cNvPicPr/>
          <p:nvPr/>
        </p:nvPicPr>
        <p:blipFill>
          <a:blip r:embed="rId3"/>
          <a:srcRect l="15326" t="0" r="12301" b="11052"/>
          <a:stretch/>
        </p:blipFill>
        <p:spPr>
          <a:xfrm>
            <a:off x="8172720" y="2402280"/>
            <a:ext cx="3622320" cy="1770480"/>
          </a:xfrm>
          <a:prstGeom prst="rect">
            <a:avLst/>
          </a:prstGeom>
          <a:ln w="6480">
            <a:solidFill>
              <a:schemeClr val="tx1"/>
            </a:solidFill>
            <a:round/>
          </a:ln>
        </p:spPr>
      </p:pic>
      <p:pic>
        <p:nvPicPr>
          <p:cNvPr id="110" name="Image 1" descr=""/>
          <p:cNvPicPr/>
          <p:nvPr/>
        </p:nvPicPr>
        <p:blipFill>
          <a:blip r:embed="rId4"/>
          <a:stretch/>
        </p:blipFill>
        <p:spPr>
          <a:xfrm>
            <a:off x="10291320" y="155520"/>
            <a:ext cx="1820880" cy="528480"/>
          </a:xfrm>
          <a:prstGeom prst="rect">
            <a:avLst/>
          </a:prstGeom>
          <a:ln>
            <a:noFill/>
          </a:ln>
        </p:spPr>
      </p:pic>
      <p:sp>
        <p:nvSpPr>
          <p:cNvPr id="111" name="CustomShape 4"/>
          <p:cNvSpPr/>
          <p:nvPr/>
        </p:nvSpPr>
        <p:spPr>
          <a:xfrm>
            <a:off x="6073200" y="705600"/>
            <a:ext cx="5597280" cy="20394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marL="343080" indent="-34272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Clr>
                <a:srgbClr val="2f5597"/>
              </a:buClr>
              <a:buFont typeface="Calibri Light"/>
              <a:buAutoNum type="arabicPeriod" startAt="2"/>
            </a:pPr>
            <a:r>
              <a:rPr b="1" lang="en-US" sz="1400" spc="-1" strike="noStrike">
                <a:solidFill>
                  <a:srgbClr val="2f5597"/>
                </a:solidFill>
                <a:latin typeface="Calibri"/>
              </a:rPr>
              <a:t>Cách thức thực hiện:</a:t>
            </a:r>
            <a:endParaRPr b="0" lang="en-US" sz="1400" spc="-1" strike="noStrike">
              <a:latin typeface="Arial"/>
            </a:endParaRPr>
          </a:p>
          <a:p>
            <a:pPr marL="285840" indent="-28548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Clr>
                <a:srgbClr val="2f5597"/>
              </a:buClr>
              <a:buFont typeface="Calibri Light"/>
              <a:buChar char="-"/>
            </a:pPr>
            <a:r>
              <a:rPr b="0" lang="en-US" sz="1400" spc="-1" strike="noStrike">
                <a:solidFill>
                  <a:srgbClr val="2f5597"/>
                </a:solidFill>
                <a:latin typeface="Calibri"/>
              </a:rPr>
              <a:t>Tại trang </a:t>
            </a:r>
            <a:r>
              <a:rPr b="1" lang="en-US" sz="1400" spc="-1" strike="noStrike">
                <a:solidFill>
                  <a:srgbClr val="2f5597"/>
                </a:solidFill>
                <a:latin typeface="Calibri"/>
              </a:rPr>
              <a:t>“Tổng quan”  </a:t>
            </a:r>
            <a:r>
              <a:rPr b="0" lang="en-US" sz="1400" spc="-1" strike="noStrike">
                <a:solidFill>
                  <a:srgbClr val="2f5597"/>
                </a:solidFill>
                <a:latin typeface="Calibri"/>
              </a:rPr>
              <a:t>kích vào tên Ngân hàng đang liên kết</a:t>
            </a:r>
            <a:endParaRPr b="0" lang="en-US" sz="1400" spc="-1" strike="noStrike">
              <a:latin typeface="Arial"/>
            </a:endParaRPr>
          </a:p>
          <a:p>
            <a:pPr marL="285840" indent="-28548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Clr>
                <a:srgbClr val="2f5597"/>
              </a:buClr>
              <a:buFont typeface="Calibri Light"/>
              <a:buChar char="-"/>
            </a:pPr>
            <a:r>
              <a:rPr b="0" lang="en-US" sz="1400" spc="-1" strike="noStrike">
                <a:solidFill>
                  <a:srgbClr val="2f5597"/>
                </a:solidFill>
                <a:latin typeface="Calibri"/>
              </a:rPr>
              <a:t>Hệ thống chuyển đến trang quản lý ngân hàng liên kết, tại đây chọn </a:t>
            </a:r>
            <a:r>
              <a:rPr b="1" lang="en-US" sz="1400" spc="-1" strike="noStrike">
                <a:solidFill>
                  <a:srgbClr val="2f5597"/>
                </a:solidFill>
                <a:latin typeface="Calibri"/>
              </a:rPr>
              <a:t>“Hủy liên kết”</a:t>
            </a:r>
            <a:endParaRPr b="0" lang="en-US" sz="1400" spc="-1" strike="noStrike">
              <a:latin typeface="Arial"/>
            </a:endParaRPr>
          </a:p>
          <a:p>
            <a:pPr marL="285840" indent="-28548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Clr>
                <a:srgbClr val="2f5597"/>
              </a:buClr>
              <a:buFont typeface="Calibri Light"/>
              <a:buChar char="-"/>
            </a:pPr>
            <a:r>
              <a:rPr b="0" lang="en-US" sz="1400" spc="-1" strike="noStrike">
                <a:solidFill>
                  <a:srgbClr val="2f5597"/>
                </a:solidFill>
                <a:latin typeface="Calibri"/>
              </a:rPr>
              <a:t>Hệ thống thực hiện và thông báo thành công khi thực hiện xong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12" name="CustomShape 5"/>
          <p:cNvSpPr/>
          <p:nvPr/>
        </p:nvSpPr>
        <p:spPr>
          <a:xfrm>
            <a:off x="3458160" y="3084120"/>
            <a:ext cx="415440" cy="4068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13" name="CustomShape 6"/>
          <p:cNvSpPr/>
          <p:nvPr/>
        </p:nvSpPr>
        <p:spPr>
          <a:xfrm>
            <a:off x="7644600" y="3084120"/>
            <a:ext cx="415440" cy="4068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TextShape 1"/>
          <p:cNvSpPr txBox="1"/>
          <p:nvPr/>
        </p:nvSpPr>
        <p:spPr>
          <a:xfrm>
            <a:off x="1274760" y="2234880"/>
            <a:ext cx="9143640" cy="896400"/>
          </a:xfrm>
          <a:prstGeom prst="rect">
            <a:avLst/>
          </a:prstGeom>
          <a:noFill/>
          <a:ln>
            <a:noFill/>
          </a:ln>
        </p:spPr>
        <p:txBody>
          <a:bodyPr anchor="ctr">
            <a:normAutofit/>
          </a:bodyPr>
          <a:p>
            <a:pPr algn="ctr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</a:pPr>
            <a:r>
              <a:rPr b="1" lang="en-US" sz="4200" spc="-1" strike="noStrike">
                <a:solidFill>
                  <a:srgbClr val="ffffff"/>
                </a:solidFill>
                <a:latin typeface="Arial"/>
              </a:rPr>
              <a:t>Nạp tiền</a:t>
            </a:r>
            <a:endParaRPr b="0" lang="en-US" sz="4200" spc="-1" strike="noStrike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115" name="Picture 2" descr=""/>
          <p:cNvPicPr/>
          <p:nvPr/>
        </p:nvPicPr>
        <p:blipFill>
          <a:blip r:embed="rId1"/>
          <a:stretch/>
        </p:blipFill>
        <p:spPr>
          <a:xfrm>
            <a:off x="3734280" y="-8280"/>
            <a:ext cx="4590000" cy="107568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CustomShape 1"/>
          <p:cNvSpPr/>
          <p:nvPr/>
        </p:nvSpPr>
        <p:spPr>
          <a:xfrm>
            <a:off x="335160" y="711720"/>
            <a:ext cx="5150880" cy="8816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marL="343080" indent="-34272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Clr>
                <a:srgbClr val="2f5597"/>
              </a:buClr>
              <a:buFont typeface="StarSymbol"/>
              <a:buAutoNum type="arabicPeriod"/>
            </a:pPr>
            <a:r>
              <a:rPr b="1" lang="en-US" sz="1400" spc="-1" strike="noStrike">
                <a:solidFill>
                  <a:srgbClr val="2f5597"/>
                </a:solidFill>
                <a:latin typeface="Calibri"/>
              </a:rPr>
              <a:t>Tình huống sử dụng: </a:t>
            </a:r>
            <a:endParaRPr b="0" lang="en-US" sz="1400" spc="-1" strike="noStrike">
              <a:latin typeface="Arial"/>
            </a:endParaRPr>
          </a:p>
          <a:p>
            <a:pPr marL="285840" indent="-28548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Clr>
                <a:srgbClr val="2f5597"/>
              </a:buClr>
              <a:buFont typeface="StarSymbol"/>
              <a:buChar char="-"/>
            </a:pPr>
            <a:r>
              <a:rPr b="0" lang="en-US" sz="1400" spc="-1" strike="noStrike">
                <a:solidFill>
                  <a:srgbClr val="2f5597"/>
                </a:solidFill>
                <a:latin typeface="Calibri"/>
              </a:rPr>
              <a:t>Khi cần có tiền trong ví để thực hiện thanh toán, chuyển tiền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17" name="CustomShape 2"/>
          <p:cNvSpPr/>
          <p:nvPr/>
        </p:nvSpPr>
        <p:spPr>
          <a:xfrm>
            <a:off x="624960" y="200160"/>
            <a:ext cx="10515240" cy="4388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90000"/>
              </a:lnSpc>
            </a:pPr>
            <a:r>
              <a:rPr b="1" lang="en-US" sz="2800" spc="-1" strike="noStrike">
                <a:solidFill>
                  <a:srgbClr val="2e75b6"/>
                </a:solidFill>
                <a:latin typeface="Arial"/>
              </a:rPr>
              <a:t>Nạp tiền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118" name="Line 3"/>
          <p:cNvSpPr/>
          <p:nvPr/>
        </p:nvSpPr>
        <p:spPr>
          <a:xfrm>
            <a:off x="624960" y="656280"/>
            <a:ext cx="10268280" cy="43920"/>
          </a:xfrm>
          <a:prstGeom prst="line">
            <a:avLst/>
          </a:prstGeom>
          <a:ln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pic>
        <p:nvPicPr>
          <p:cNvPr id="119" name="Image 1" descr=""/>
          <p:cNvPicPr/>
          <p:nvPr/>
        </p:nvPicPr>
        <p:blipFill>
          <a:blip r:embed="rId1"/>
          <a:stretch/>
        </p:blipFill>
        <p:spPr>
          <a:xfrm>
            <a:off x="10291320" y="155520"/>
            <a:ext cx="1820880" cy="528480"/>
          </a:xfrm>
          <a:prstGeom prst="rect">
            <a:avLst/>
          </a:prstGeom>
          <a:ln>
            <a:noFill/>
          </a:ln>
        </p:spPr>
      </p:pic>
      <p:sp>
        <p:nvSpPr>
          <p:cNvPr id="120" name="CustomShape 4"/>
          <p:cNvSpPr/>
          <p:nvPr/>
        </p:nvSpPr>
        <p:spPr>
          <a:xfrm>
            <a:off x="335160" y="1531800"/>
            <a:ext cx="7278120" cy="4539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marL="343080" indent="-34272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Clr>
                <a:srgbClr val="2f5597"/>
              </a:buClr>
              <a:buFont typeface="Calibri Light"/>
              <a:buAutoNum type="arabicPeriod" startAt="2"/>
            </a:pPr>
            <a:r>
              <a:rPr b="1" lang="en-US" sz="1400" spc="-1" strike="noStrike">
                <a:solidFill>
                  <a:srgbClr val="2f5597"/>
                </a:solidFill>
                <a:latin typeface="Calibri"/>
              </a:rPr>
              <a:t>Cách thức thực hiện:</a:t>
            </a:r>
            <a:endParaRPr b="0" lang="en-US" sz="1400" spc="-1" strike="noStrike">
              <a:latin typeface="Arial"/>
            </a:endParaRPr>
          </a:p>
          <a:p>
            <a:pPr marL="285840" indent="-28548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Clr>
                <a:srgbClr val="2f5597"/>
              </a:buClr>
              <a:buFont typeface="Calibri Light"/>
              <a:buChar char="-"/>
            </a:pPr>
            <a:r>
              <a:rPr b="0" lang="en-US" sz="1400" spc="-1" strike="noStrike">
                <a:solidFill>
                  <a:srgbClr val="2f5597"/>
                </a:solidFill>
                <a:latin typeface="Calibri"/>
              </a:rPr>
              <a:t>Bước 1: Nhập số tiền cần nạp:</a:t>
            </a:r>
            <a:endParaRPr b="0" lang="en-US" sz="1400" spc="-1" strike="noStrike">
              <a:latin typeface="Arial"/>
            </a:endParaRPr>
          </a:p>
          <a:p>
            <a:pPr lvl="1" marL="743040" indent="-28548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Clr>
                <a:srgbClr val="2f5597"/>
              </a:buClr>
              <a:buFont typeface="Arial"/>
              <a:buChar char="•"/>
            </a:pPr>
            <a:r>
              <a:rPr b="0" lang="en-US" sz="1400" spc="-1" strike="noStrike">
                <a:solidFill>
                  <a:srgbClr val="2f5597"/>
                </a:solidFill>
                <a:latin typeface="Calibri"/>
              </a:rPr>
              <a:t>Kích vào mục </a:t>
            </a:r>
            <a:r>
              <a:rPr b="1" lang="en-US" sz="1400" spc="-1" strike="noStrike">
                <a:solidFill>
                  <a:srgbClr val="2f5597"/>
                </a:solidFill>
                <a:latin typeface="Calibri"/>
              </a:rPr>
              <a:t>“Nạp tiền”</a:t>
            </a:r>
            <a:endParaRPr b="0" lang="en-US" sz="1400" spc="-1" strike="noStrike">
              <a:latin typeface="Arial"/>
            </a:endParaRPr>
          </a:p>
          <a:p>
            <a:pPr lvl="1" marL="743040" indent="-28548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Clr>
                <a:srgbClr val="2f5597"/>
              </a:buClr>
              <a:buFont typeface="Arial"/>
              <a:buChar char="•"/>
            </a:pPr>
            <a:r>
              <a:rPr b="0" lang="en-US" sz="1400" spc="-1" strike="noStrike">
                <a:solidFill>
                  <a:srgbClr val="2f5597"/>
                </a:solidFill>
                <a:latin typeface="Calibri"/>
              </a:rPr>
              <a:t>Nhập số tiền cần nạp. Lưu ý: Số tiền nạp từ 10.000 VNĐ đến 50.000.000 VNĐ</a:t>
            </a:r>
            <a:endParaRPr b="0" lang="en-US" sz="1400" spc="-1" strike="noStrike">
              <a:latin typeface="Arial"/>
            </a:endParaRPr>
          </a:p>
          <a:p>
            <a:pPr lvl="1" marL="743040" indent="-28548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Clr>
                <a:srgbClr val="2f5597"/>
              </a:buClr>
              <a:buFont typeface="Arial"/>
              <a:buChar char="•"/>
            </a:pPr>
            <a:r>
              <a:rPr b="0" lang="en-US" sz="1400" spc="-1" strike="noStrike">
                <a:solidFill>
                  <a:srgbClr val="2f5597"/>
                </a:solidFill>
                <a:latin typeface="Calibri"/>
              </a:rPr>
              <a:t>Kích “</a:t>
            </a:r>
            <a:r>
              <a:rPr b="1" lang="en-US" sz="1400" spc="-1" strike="noStrike">
                <a:solidFill>
                  <a:srgbClr val="2f5597"/>
                </a:solidFill>
                <a:latin typeface="Calibri"/>
              </a:rPr>
              <a:t>Tiếp tục”</a:t>
            </a:r>
            <a:endParaRPr b="0" lang="en-US" sz="1400" spc="-1" strike="noStrike">
              <a:latin typeface="Arial"/>
            </a:endParaRPr>
          </a:p>
          <a:p>
            <a:pPr marL="285840" indent="-28548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Clr>
                <a:srgbClr val="2f5597"/>
              </a:buClr>
              <a:buFont typeface="Calibri Light"/>
              <a:buChar char="-"/>
            </a:pPr>
            <a:r>
              <a:rPr b="0" lang="en-US" sz="1400" spc="-1" strike="noStrike">
                <a:solidFill>
                  <a:srgbClr val="2f5597"/>
                </a:solidFill>
                <a:latin typeface="Calibri"/>
              </a:rPr>
              <a:t>Bước 2: Nhập mật khẩu đăng nhập ví: </a:t>
            </a:r>
            <a:endParaRPr b="0" lang="en-US" sz="1400" spc="-1" strike="noStrike">
              <a:latin typeface="Arial"/>
            </a:endParaRPr>
          </a:p>
          <a:p>
            <a:pPr lvl="1" marL="743040" indent="-28548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Clr>
                <a:srgbClr val="2f5597"/>
              </a:buClr>
              <a:buFont typeface="Arial"/>
              <a:buChar char="•"/>
            </a:pPr>
            <a:r>
              <a:rPr b="0" lang="en-US" sz="1400" spc="-1" strike="noStrike">
                <a:solidFill>
                  <a:srgbClr val="2f5597"/>
                </a:solidFill>
                <a:latin typeface="Calibri"/>
              </a:rPr>
              <a:t>Kiểm tra kỹ thông tin số tiền, phí. </a:t>
            </a:r>
            <a:endParaRPr b="0" lang="en-US" sz="1400" spc="-1" strike="noStrike">
              <a:latin typeface="Arial"/>
            </a:endParaRPr>
          </a:p>
          <a:p>
            <a:pPr lvl="1" marL="743040" indent="-28548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Clr>
                <a:srgbClr val="2f5597"/>
              </a:buClr>
              <a:buFont typeface="Arial"/>
              <a:buChar char="•"/>
            </a:pPr>
            <a:r>
              <a:rPr b="0" lang="en-US" sz="1400" spc="-1" strike="noStrike">
                <a:solidFill>
                  <a:srgbClr val="2f5597"/>
                </a:solidFill>
                <a:latin typeface="Calibri"/>
              </a:rPr>
              <a:t>Nhập mật khẩu </a:t>
            </a:r>
            <a:endParaRPr b="0" lang="en-US" sz="1400" spc="-1" strike="noStrike">
              <a:latin typeface="Arial"/>
            </a:endParaRPr>
          </a:p>
          <a:p>
            <a:pPr lvl="1" marL="743040" indent="-28548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Clr>
                <a:srgbClr val="2f5597"/>
              </a:buClr>
              <a:buFont typeface="Arial"/>
              <a:buChar char="•"/>
            </a:pPr>
            <a:r>
              <a:rPr b="0" lang="en-US" sz="1400" spc="-1" strike="noStrike">
                <a:solidFill>
                  <a:srgbClr val="2f5597"/>
                </a:solidFill>
                <a:latin typeface="Calibri"/>
              </a:rPr>
              <a:t>Kích</a:t>
            </a:r>
            <a:r>
              <a:rPr b="1" lang="en-US" sz="1400" spc="-1" strike="noStrike">
                <a:solidFill>
                  <a:srgbClr val="2f5597"/>
                </a:solidFill>
                <a:latin typeface="Calibri"/>
              </a:rPr>
              <a:t> “nạp tiền”</a:t>
            </a:r>
            <a:endParaRPr b="0" lang="en-US" sz="14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1" lang="en-US" sz="1400" spc="-1" strike="noStrike">
                <a:solidFill>
                  <a:srgbClr val="2f5597"/>
                </a:solidFill>
                <a:latin typeface="Calibri"/>
              </a:rPr>
              <a:t>=&gt; Kết quả: </a:t>
            </a:r>
            <a:r>
              <a:rPr b="0" lang="en-US" sz="1400" spc="-1" strike="noStrike">
                <a:solidFill>
                  <a:srgbClr val="2f5597"/>
                </a:solidFill>
                <a:latin typeface="Calibri"/>
              </a:rPr>
              <a:t>Hệ thống thông báo khi nạp tiền thành công</a:t>
            </a:r>
            <a:r>
              <a:rPr b="1" lang="en-US" sz="1400" spc="-1" strike="noStrike">
                <a:solidFill>
                  <a:srgbClr val="2f5597"/>
                </a:solidFill>
                <a:latin typeface="Calibri"/>
              </a:rPr>
              <a:t> </a:t>
            </a:r>
            <a:endParaRPr b="0" lang="en-US" sz="14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endParaRPr b="0" lang="en-US" sz="14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endParaRPr b="0" lang="en-US" sz="1400" spc="-1" strike="noStrike">
              <a:latin typeface="Arial"/>
            </a:endParaRPr>
          </a:p>
        </p:txBody>
      </p:sp>
      <p:sp>
        <p:nvSpPr>
          <p:cNvPr id="121" name="CustomShape 5"/>
          <p:cNvSpPr/>
          <p:nvPr/>
        </p:nvSpPr>
        <p:spPr>
          <a:xfrm>
            <a:off x="7613640" y="3472560"/>
            <a:ext cx="448560" cy="556560"/>
          </a:xfrm>
          <a:prstGeom prst="downArrow">
            <a:avLst>
              <a:gd name="adj1" fmla="val 50000"/>
              <a:gd name="adj2" fmla="val 51852"/>
            </a:avLst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22" name="CustomShape 6"/>
          <p:cNvSpPr/>
          <p:nvPr/>
        </p:nvSpPr>
        <p:spPr>
          <a:xfrm>
            <a:off x="9116640" y="4730040"/>
            <a:ext cx="459000" cy="4338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pic>
        <p:nvPicPr>
          <p:cNvPr id="123" name="Picture 19" descr=""/>
          <p:cNvPicPr/>
          <p:nvPr/>
        </p:nvPicPr>
        <p:blipFill>
          <a:blip r:embed="rId2"/>
          <a:stretch/>
        </p:blipFill>
        <p:spPr>
          <a:xfrm>
            <a:off x="6816960" y="739080"/>
            <a:ext cx="4092480" cy="2589840"/>
          </a:xfrm>
          <a:prstGeom prst="rect">
            <a:avLst/>
          </a:prstGeom>
          <a:ln w="9360">
            <a:solidFill>
              <a:schemeClr val="tx1"/>
            </a:solidFill>
            <a:round/>
          </a:ln>
        </p:spPr>
      </p:pic>
      <p:pic>
        <p:nvPicPr>
          <p:cNvPr id="124" name="Picture 20" descr=""/>
          <p:cNvPicPr/>
          <p:nvPr/>
        </p:nvPicPr>
        <p:blipFill>
          <a:blip r:embed="rId3"/>
          <a:stretch/>
        </p:blipFill>
        <p:spPr>
          <a:xfrm>
            <a:off x="6816960" y="4109040"/>
            <a:ext cx="2198880" cy="2109960"/>
          </a:xfrm>
          <a:prstGeom prst="rect">
            <a:avLst/>
          </a:prstGeom>
          <a:ln w="6480">
            <a:solidFill>
              <a:schemeClr val="tx1"/>
            </a:solidFill>
            <a:round/>
          </a:ln>
        </p:spPr>
      </p:pic>
      <p:pic>
        <p:nvPicPr>
          <p:cNvPr id="125" name="Picture 21" descr=""/>
          <p:cNvPicPr/>
          <p:nvPr/>
        </p:nvPicPr>
        <p:blipFill>
          <a:blip r:embed="rId4"/>
          <a:stretch/>
        </p:blipFill>
        <p:spPr>
          <a:xfrm>
            <a:off x="9687240" y="4040640"/>
            <a:ext cx="2219760" cy="2246760"/>
          </a:xfrm>
          <a:prstGeom prst="rect">
            <a:avLst/>
          </a:prstGeom>
          <a:ln w="6480">
            <a:solidFill>
              <a:schemeClr val="tx1"/>
            </a:solidFill>
            <a:round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TextShape 1"/>
          <p:cNvSpPr txBox="1"/>
          <p:nvPr/>
        </p:nvSpPr>
        <p:spPr>
          <a:xfrm>
            <a:off x="1457640" y="2185200"/>
            <a:ext cx="9143640" cy="896400"/>
          </a:xfrm>
          <a:prstGeom prst="rect">
            <a:avLst/>
          </a:prstGeom>
          <a:noFill/>
          <a:ln>
            <a:noFill/>
          </a:ln>
        </p:spPr>
        <p:txBody>
          <a:bodyPr anchor="ctr">
            <a:normAutofit/>
          </a:bodyPr>
          <a:p>
            <a:pPr algn="ctr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</a:pPr>
            <a:r>
              <a:rPr b="1" lang="en-US" sz="4200" spc="-1" strike="noStrike">
                <a:solidFill>
                  <a:srgbClr val="ffffff"/>
                </a:solidFill>
                <a:latin typeface="Arial"/>
              </a:rPr>
              <a:t>Rút tiền</a:t>
            </a:r>
            <a:endParaRPr b="0" lang="en-US" sz="4200" spc="-1" strike="noStrike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127" name="Picture 2" descr=""/>
          <p:cNvPicPr/>
          <p:nvPr/>
        </p:nvPicPr>
        <p:blipFill>
          <a:blip r:embed="rId1"/>
          <a:stretch/>
        </p:blipFill>
        <p:spPr>
          <a:xfrm>
            <a:off x="3734280" y="-8280"/>
            <a:ext cx="4590000" cy="107568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CustomShape 1"/>
          <p:cNvSpPr/>
          <p:nvPr/>
        </p:nvSpPr>
        <p:spPr>
          <a:xfrm>
            <a:off x="85680" y="747000"/>
            <a:ext cx="5857560" cy="8816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marL="343080" indent="-34272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Clr>
                <a:srgbClr val="2f5597"/>
              </a:buClr>
              <a:buFont typeface="StarSymbol"/>
              <a:buAutoNum type="arabicPeriod"/>
            </a:pPr>
            <a:r>
              <a:rPr b="1" lang="en-US" sz="1400" spc="-1" strike="noStrike">
                <a:solidFill>
                  <a:srgbClr val="2f5597"/>
                </a:solidFill>
                <a:latin typeface="Calibri"/>
              </a:rPr>
              <a:t>Tình huống sử dụng: </a:t>
            </a:r>
            <a:endParaRPr b="0" lang="en-US" sz="1400" spc="-1" strike="noStrike">
              <a:latin typeface="Arial"/>
            </a:endParaRPr>
          </a:p>
          <a:p>
            <a:pPr marL="285840" indent="-28548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Clr>
                <a:srgbClr val="2f5597"/>
              </a:buClr>
              <a:buFont typeface="StarSymbol"/>
              <a:buChar char="-"/>
            </a:pPr>
            <a:r>
              <a:rPr b="0" lang="en-US" sz="1400" spc="-1" strike="noStrike">
                <a:solidFill>
                  <a:srgbClr val="2f5597"/>
                </a:solidFill>
                <a:latin typeface="Calibri"/>
              </a:rPr>
              <a:t>Khi bạn cần rút tiền từ ví điện tử về tài khoản ngân hàng đã liên kết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29" name="CustomShape 2"/>
          <p:cNvSpPr/>
          <p:nvPr/>
        </p:nvSpPr>
        <p:spPr>
          <a:xfrm>
            <a:off x="624960" y="200160"/>
            <a:ext cx="10515240" cy="4388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90000"/>
              </a:lnSpc>
            </a:pPr>
            <a:r>
              <a:rPr b="1" lang="en-US" sz="2800" spc="-1" strike="noStrike">
                <a:solidFill>
                  <a:srgbClr val="2e75b6"/>
                </a:solidFill>
                <a:latin typeface="Arial"/>
              </a:rPr>
              <a:t>Rút tiền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130" name="Line 3"/>
          <p:cNvSpPr/>
          <p:nvPr/>
        </p:nvSpPr>
        <p:spPr>
          <a:xfrm>
            <a:off x="624960" y="656280"/>
            <a:ext cx="10268280" cy="43920"/>
          </a:xfrm>
          <a:prstGeom prst="line">
            <a:avLst/>
          </a:prstGeom>
          <a:ln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pic>
        <p:nvPicPr>
          <p:cNvPr id="131" name="Image 1" descr=""/>
          <p:cNvPicPr/>
          <p:nvPr/>
        </p:nvPicPr>
        <p:blipFill>
          <a:blip r:embed="rId1"/>
          <a:stretch/>
        </p:blipFill>
        <p:spPr>
          <a:xfrm>
            <a:off x="10291320" y="155520"/>
            <a:ext cx="1820880" cy="528480"/>
          </a:xfrm>
          <a:prstGeom prst="rect">
            <a:avLst/>
          </a:prstGeom>
          <a:ln>
            <a:noFill/>
          </a:ln>
        </p:spPr>
      </p:pic>
      <p:sp>
        <p:nvSpPr>
          <p:cNvPr id="132" name="CustomShape 4"/>
          <p:cNvSpPr/>
          <p:nvPr/>
        </p:nvSpPr>
        <p:spPr>
          <a:xfrm>
            <a:off x="108360" y="1531800"/>
            <a:ext cx="6449040" cy="4539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marL="343080" indent="-34272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Clr>
                <a:srgbClr val="2f5597"/>
              </a:buClr>
              <a:buFont typeface="Calibri Light"/>
              <a:buAutoNum type="arabicPeriod" startAt="2"/>
            </a:pPr>
            <a:r>
              <a:rPr b="1" lang="en-US" sz="1400" spc="-1" strike="noStrike">
                <a:solidFill>
                  <a:srgbClr val="2f5597"/>
                </a:solidFill>
                <a:latin typeface="Calibri"/>
              </a:rPr>
              <a:t>Cách thức thực hiện:</a:t>
            </a:r>
            <a:endParaRPr b="0" lang="en-US" sz="1400" spc="-1" strike="noStrike">
              <a:latin typeface="Arial"/>
            </a:endParaRPr>
          </a:p>
          <a:p>
            <a:pPr marL="285840" indent="-28548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Clr>
                <a:srgbClr val="2f5597"/>
              </a:buClr>
              <a:buFont typeface="Calibri Light"/>
              <a:buChar char="-"/>
            </a:pPr>
            <a:r>
              <a:rPr b="0" lang="en-US" sz="1400" spc="-1" strike="noStrike">
                <a:solidFill>
                  <a:srgbClr val="2f5597"/>
                </a:solidFill>
                <a:latin typeface="Calibri"/>
              </a:rPr>
              <a:t>Bước 1: Nhập số tiền cần rút:</a:t>
            </a:r>
            <a:endParaRPr b="0" lang="en-US" sz="1400" spc="-1" strike="noStrike">
              <a:latin typeface="Arial"/>
            </a:endParaRPr>
          </a:p>
          <a:p>
            <a:pPr lvl="1" marL="743040" indent="-28548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Clr>
                <a:srgbClr val="2f5597"/>
              </a:buClr>
              <a:buFont typeface="Arial"/>
              <a:buChar char="•"/>
            </a:pPr>
            <a:r>
              <a:rPr b="0" lang="en-US" sz="1400" spc="-1" strike="noStrike">
                <a:solidFill>
                  <a:srgbClr val="2f5597"/>
                </a:solidFill>
                <a:latin typeface="Calibri"/>
              </a:rPr>
              <a:t>Kích vào mục </a:t>
            </a:r>
            <a:r>
              <a:rPr b="1" lang="en-US" sz="1400" spc="-1" strike="noStrike">
                <a:solidFill>
                  <a:srgbClr val="2f5597"/>
                </a:solidFill>
                <a:latin typeface="Calibri"/>
              </a:rPr>
              <a:t>“Rút tiền”</a:t>
            </a:r>
            <a:endParaRPr b="0" lang="en-US" sz="1400" spc="-1" strike="noStrike">
              <a:latin typeface="Arial"/>
            </a:endParaRPr>
          </a:p>
          <a:p>
            <a:pPr lvl="1" marL="743040" indent="-28548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Clr>
                <a:srgbClr val="2f5597"/>
              </a:buClr>
              <a:buFont typeface="Arial"/>
              <a:buChar char="•"/>
            </a:pPr>
            <a:r>
              <a:rPr b="0" lang="en-US" sz="1400" spc="-1" strike="noStrike">
                <a:solidFill>
                  <a:srgbClr val="2f5597"/>
                </a:solidFill>
                <a:latin typeface="Calibri"/>
              </a:rPr>
              <a:t>Nhập số tiền cần rút. Lưu ý: Số tiền rút từ 10.000 VNĐ đến 50.000.000 VNĐ và nhỏ hơn số dư ví</a:t>
            </a:r>
            <a:endParaRPr b="0" lang="en-US" sz="1400" spc="-1" strike="noStrike">
              <a:latin typeface="Arial"/>
            </a:endParaRPr>
          </a:p>
          <a:p>
            <a:pPr lvl="1" marL="743040" indent="-28548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Clr>
                <a:srgbClr val="2f5597"/>
              </a:buClr>
              <a:buFont typeface="Arial"/>
              <a:buChar char="•"/>
            </a:pPr>
            <a:r>
              <a:rPr b="0" lang="en-US" sz="1400" spc="-1" strike="noStrike">
                <a:solidFill>
                  <a:srgbClr val="2f5597"/>
                </a:solidFill>
                <a:latin typeface="Calibri"/>
              </a:rPr>
              <a:t>Kích “</a:t>
            </a:r>
            <a:r>
              <a:rPr b="1" lang="en-US" sz="1400" spc="-1" strike="noStrike">
                <a:solidFill>
                  <a:srgbClr val="2f5597"/>
                </a:solidFill>
                <a:latin typeface="Calibri"/>
              </a:rPr>
              <a:t>Tiếp tục”</a:t>
            </a:r>
            <a:endParaRPr b="0" lang="en-US" sz="1400" spc="-1" strike="noStrike">
              <a:latin typeface="Arial"/>
            </a:endParaRPr>
          </a:p>
          <a:p>
            <a:pPr marL="285840" indent="-28548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Clr>
                <a:srgbClr val="2f5597"/>
              </a:buClr>
              <a:buFont typeface="Calibri Light"/>
              <a:buChar char="-"/>
            </a:pPr>
            <a:r>
              <a:rPr b="0" lang="en-US" sz="1400" spc="-1" strike="noStrike">
                <a:solidFill>
                  <a:srgbClr val="2f5597"/>
                </a:solidFill>
                <a:latin typeface="Calibri"/>
              </a:rPr>
              <a:t>Bước 2: Nhập mật khẩu đăng nhập ví: </a:t>
            </a:r>
            <a:endParaRPr b="0" lang="en-US" sz="1400" spc="-1" strike="noStrike">
              <a:latin typeface="Arial"/>
            </a:endParaRPr>
          </a:p>
          <a:p>
            <a:pPr lvl="1" marL="743040" indent="-28548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Clr>
                <a:srgbClr val="2f5597"/>
              </a:buClr>
              <a:buFont typeface="Arial"/>
              <a:buChar char="•"/>
            </a:pPr>
            <a:r>
              <a:rPr b="0" lang="en-US" sz="1400" spc="-1" strike="noStrike">
                <a:solidFill>
                  <a:srgbClr val="2f5597"/>
                </a:solidFill>
                <a:latin typeface="Calibri"/>
              </a:rPr>
              <a:t>Kiểm tra kỹ thông tin số tiền, phí. </a:t>
            </a:r>
            <a:endParaRPr b="0" lang="en-US" sz="1400" spc="-1" strike="noStrike">
              <a:latin typeface="Arial"/>
            </a:endParaRPr>
          </a:p>
          <a:p>
            <a:pPr lvl="1" marL="743040" indent="-28548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Clr>
                <a:srgbClr val="2f5597"/>
              </a:buClr>
              <a:buFont typeface="Arial"/>
              <a:buChar char="•"/>
            </a:pPr>
            <a:r>
              <a:rPr b="0" lang="en-US" sz="1400" spc="-1" strike="noStrike">
                <a:solidFill>
                  <a:srgbClr val="2f5597"/>
                </a:solidFill>
                <a:latin typeface="Calibri"/>
              </a:rPr>
              <a:t>Nhập mật khẩu </a:t>
            </a:r>
            <a:endParaRPr b="0" lang="en-US" sz="1400" spc="-1" strike="noStrike">
              <a:latin typeface="Arial"/>
            </a:endParaRPr>
          </a:p>
          <a:p>
            <a:pPr lvl="1" marL="743040" indent="-28548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Clr>
                <a:srgbClr val="2f5597"/>
              </a:buClr>
              <a:buFont typeface="Arial"/>
              <a:buChar char="•"/>
            </a:pPr>
            <a:r>
              <a:rPr b="0" lang="en-US" sz="1400" spc="-1" strike="noStrike">
                <a:solidFill>
                  <a:srgbClr val="2f5597"/>
                </a:solidFill>
                <a:latin typeface="Calibri"/>
              </a:rPr>
              <a:t>Kích</a:t>
            </a:r>
            <a:r>
              <a:rPr b="1" lang="en-US" sz="1400" spc="-1" strike="noStrike">
                <a:solidFill>
                  <a:srgbClr val="2f5597"/>
                </a:solidFill>
                <a:latin typeface="Calibri"/>
              </a:rPr>
              <a:t> “Rút tiền”</a:t>
            </a:r>
            <a:endParaRPr b="0" lang="en-US" sz="14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1" lang="en-US" sz="1400" spc="-1" strike="noStrike">
                <a:solidFill>
                  <a:srgbClr val="2f5597"/>
                </a:solidFill>
                <a:latin typeface="Calibri"/>
              </a:rPr>
              <a:t>=&gt; Kết quả: </a:t>
            </a:r>
            <a:r>
              <a:rPr b="0" lang="en-US" sz="1400" spc="-1" strike="noStrike">
                <a:solidFill>
                  <a:srgbClr val="2f5597"/>
                </a:solidFill>
                <a:latin typeface="Calibri"/>
              </a:rPr>
              <a:t>Hệ thống thông báo khi rút tiền thành công</a:t>
            </a:r>
            <a:r>
              <a:rPr b="1" lang="en-US" sz="1400" spc="-1" strike="noStrike">
                <a:solidFill>
                  <a:srgbClr val="2f5597"/>
                </a:solidFill>
                <a:latin typeface="Calibri"/>
              </a:rPr>
              <a:t> </a:t>
            </a:r>
            <a:endParaRPr b="0" lang="en-US" sz="14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endParaRPr b="0" lang="en-US" sz="14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endParaRPr b="0" lang="en-US" sz="1400" spc="-1" strike="noStrike">
              <a:latin typeface="Arial"/>
            </a:endParaRPr>
          </a:p>
        </p:txBody>
      </p:sp>
      <p:sp>
        <p:nvSpPr>
          <p:cNvPr id="133" name="CustomShape 5"/>
          <p:cNvSpPr/>
          <p:nvPr/>
        </p:nvSpPr>
        <p:spPr>
          <a:xfrm>
            <a:off x="7359480" y="3549600"/>
            <a:ext cx="370800" cy="417960"/>
          </a:xfrm>
          <a:prstGeom prst="downArrow">
            <a:avLst>
              <a:gd name="adj1" fmla="val 50000"/>
              <a:gd name="adj2" fmla="val 51852"/>
            </a:avLst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34" name="CustomShape 6"/>
          <p:cNvSpPr/>
          <p:nvPr/>
        </p:nvSpPr>
        <p:spPr>
          <a:xfrm>
            <a:off x="8789040" y="4730040"/>
            <a:ext cx="459000" cy="4338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pic>
        <p:nvPicPr>
          <p:cNvPr id="135" name="Picture 6" descr=""/>
          <p:cNvPicPr/>
          <p:nvPr/>
        </p:nvPicPr>
        <p:blipFill>
          <a:blip r:embed="rId2"/>
          <a:srcRect l="23555" t="18029" r="25990" b="0"/>
          <a:stretch/>
        </p:blipFill>
        <p:spPr>
          <a:xfrm>
            <a:off x="6736680" y="4032720"/>
            <a:ext cx="1987200" cy="2262960"/>
          </a:xfrm>
          <a:prstGeom prst="rect">
            <a:avLst/>
          </a:prstGeom>
          <a:ln w="6480">
            <a:solidFill>
              <a:schemeClr val="tx1"/>
            </a:solidFill>
            <a:round/>
          </a:ln>
        </p:spPr>
      </p:pic>
      <p:pic>
        <p:nvPicPr>
          <p:cNvPr id="136" name="Picture 7" descr=""/>
          <p:cNvPicPr/>
          <p:nvPr/>
        </p:nvPicPr>
        <p:blipFill>
          <a:blip r:embed="rId3"/>
          <a:stretch/>
        </p:blipFill>
        <p:spPr>
          <a:xfrm>
            <a:off x="6645600" y="729000"/>
            <a:ext cx="4106880" cy="2683080"/>
          </a:xfrm>
          <a:prstGeom prst="rect">
            <a:avLst/>
          </a:prstGeom>
          <a:ln w="6480">
            <a:solidFill>
              <a:schemeClr val="tx1"/>
            </a:solidFill>
            <a:round/>
          </a:ln>
        </p:spPr>
      </p:pic>
      <p:pic>
        <p:nvPicPr>
          <p:cNvPr id="137" name="Picture 10" descr=""/>
          <p:cNvPicPr/>
          <p:nvPr/>
        </p:nvPicPr>
        <p:blipFill>
          <a:blip r:embed="rId4"/>
          <a:stretch/>
        </p:blipFill>
        <p:spPr>
          <a:xfrm>
            <a:off x="9313560" y="4105800"/>
            <a:ext cx="2619360" cy="2116800"/>
          </a:xfrm>
          <a:prstGeom prst="rect">
            <a:avLst/>
          </a:prstGeom>
          <a:ln w="6480">
            <a:solidFill>
              <a:schemeClr val="tx1"/>
            </a:solidFill>
            <a:round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TextShape 1"/>
          <p:cNvSpPr txBox="1"/>
          <p:nvPr/>
        </p:nvSpPr>
        <p:spPr>
          <a:xfrm>
            <a:off x="1457640" y="2185200"/>
            <a:ext cx="9143640" cy="896400"/>
          </a:xfrm>
          <a:prstGeom prst="rect">
            <a:avLst/>
          </a:prstGeom>
          <a:noFill/>
          <a:ln>
            <a:noFill/>
          </a:ln>
        </p:spPr>
        <p:txBody>
          <a:bodyPr anchor="ctr">
            <a:normAutofit/>
          </a:bodyPr>
          <a:p>
            <a:pPr algn="ctr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</a:pPr>
            <a:r>
              <a:rPr b="1" lang="en-US" sz="4200" spc="-1" strike="noStrike">
                <a:solidFill>
                  <a:srgbClr val="ffffff"/>
                </a:solidFill>
                <a:latin typeface="Arial"/>
              </a:rPr>
              <a:t>Thanh toán học phí</a:t>
            </a:r>
            <a:endParaRPr b="0" lang="en-US" sz="4200" spc="-1" strike="noStrike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139" name="Picture 2" descr=""/>
          <p:cNvPicPr/>
          <p:nvPr/>
        </p:nvPicPr>
        <p:blipFill>
          <a:blip r:embed="rId1"/>
          <a:stretch/>
        </p:blipFill>
        <p:spPr>
          <a:xfrm>
            <a:off x="3734280" y="-8280"/>
            <a:ext cx="4590000" cy="107568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CustomShape 1"/>
          <p:cNvSpPr/>
          <p:nvPr/>
        </p:nvSpPr>
        <p:spPr>
          <a:xfrm>
            <a:off x="85680" y="747000"/>
            <a:ext cx="6198480" cy="882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marL="343080" indent="-34272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Clr>
                <a:srgbClr val="2f5597"/>
              </a:buClr>
              <a:buFont typeface="StarSymbol"/>
              <a:buAutoNum type="arabicPeriod"/>
            </a:pPr>
            <a:r>
              <a:rPr b="1" lang="en-US" sz="1400" spc="-1" strike="noStrike">
                <a:solidFill>
                  <a:srgbClr val="2f5597"/>
                </a:solidFill>
                <a:latin typeface="Calibri"/>
              </a:rPr>
              <a:t>Tình huống sử dụng: </a:t>
            </a:r>
            <a:endParaRPr b="0" lang="en-US" sz="1400" spc="-1" strike="noStrike">
              <a:latin typeface="Arial"/>
            </a:endParaRPr>
          </a:p>
          <a:p>
            <a:pPr marL="285840" indent="-28548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Clr>
                <a:srgbClr val="2f5597"/>
              </a:buClr>
              <a:buFont typeface="StarSymbol"/>
              <a:buChar char="-"/>
            </a:pPr>
            <a:r>
              <a:rPr b="0" lang="en-US" sz="1400" spc="-1" strike="noStrike">
                <a:solidFill>
                  <a:srgbClr val="2f5597"/>
                </a:solidFill>
                <a:latin typeface="Calibri"/>
              </a:rPr>
              <a:t>Khi nhà trường gửi thông báo thu học phí, phụ huynh muốn nộp tiền học cho con bằng ví JetPay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41" name="CustomShape 2"/>
          <p:cNvSpPr/>
          <p:nvPr/>
        </p:nvSpPr>
        <p:spPr>
          <a:xfrm>
            <a:off x="624960" y="200160"/>
            <a:ext cx="10515240" cy="4388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90000"/>
              </a:lnSpc>
            </a:pPr>
            <a:r>
              <a:rPr b="1" lang="en-US" sz="2800" spc="-1" strike="noStrike">
                <a:solidFill>
                  <a:srgbClr val="2e75b6"/>
                </a:solidFill>
                <a:latin typeface="Arial"/>
              </a:rPr>
              <a:t>Thanh toán học phí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142" name="Line 3"/>
          <p:cNvSpPr/>
          <p:nvPr/>
        </p:nvSpPr>
        <p:spPr>
          <a:xfrm>
            <a:off x="624960" y="656280"/>
            <a:ext cx="10268280" cy="43920"/>
          </a:xfrm>
          <a:prstGeom prst="line">
            <a:avLst/>
          </a:prstGeom>
          <a:ln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pic>
        <p:nvPicPr>
          <p:cNvPr id="143" name="Image 1" descr=""/>
          <p:cNvPicPr/>
          <p:nvPr/>
        </p:nvPicPr>
        <p:blipFill>
          <a:blip r:embed="rId1"/>
          <a:stretch/>
        </p:blipFill>
        <p:spPr>
          <a:xfrm>
            <a:off x="10291320" y="155520"/>
            <a:ext cx="1820880" cy="528480"/>
          </a:xfrm>
          <a:prstGeom prst="rect">
            <a:avLst/>
          </a:prstGeom>
          <a:ln>
            <a:noFill/>
          </a:ln>
        </p:spPr>
      </p:pic>
      <p:sp>
        <p:nvSpPr>
          <p:cNvPr id="144" name="CustomShape 4"/>
          <p:cNvSpPr/>
          <p:nvPr/>
        </p:nvSpPr>
        <p:spPr>
          <a:xfrm>
            <a:off x="85680" y="1686240"/>
            <a:ext cx="7520040" cy="54846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marL="343080" indent="-34272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Clr>
                <a:srgbClr val="2f5597"/>
              </a:buClr>
              <a:buFont typeface="Calibri Light"/>
              <a:buAutoNum type="arabicPeriod" startAt="2"/>
            </a:pPr>
            <a:r>
              <a:rPr b="1" lang="en-US" sz="1400" spc="-1" strike="noStrike">
                <a:solidFill>
                  <a:srgbClr val="2f5597"/>
                </a:solidFill>
                <a:latin typeface="Calibri"/>
              </a:rPr>
              <a:t>Cách thức thực hiện:</a:t>
            </a:r>
            <a:endParaRPr b="0" lang="en-US" sz="1400" spc="-1" strike="noStrike">
              <a:latin typeface="Arial"/>
            </a:endParaRPr>
          </a:p>
          <a:p>
            <a:pPr marL="285840" indent="-28548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Clr>
                <a:srgbClr val="2f5597"/>
              </a:buClr>
              <a:buFont typeface="Calibri Light"/>
              <a:buChar char="-"/>
            </a:pPr>
            <a:r>
              <a:rPr b="0" lang="en-US" sz="1400" spc="-1" strike="noStrike">
                <a:solidFill>
                  <a:srgbClr val="2f5597"/>
                </a:solidFill>
                <a:latin typeface="Calibri"/>
              </a:rPr>
              <a:t>Bước 1: Chọn dịch vụ và đối tượng thanh toán</a:t>
            </a:r>
            <a:endParaRPr b="0" lang="en-US" sz="1400" spc="-1" strike="noStrike">
              <a:latin typeface="Arial"/>
            </a:endParaRPr>
          </a:p>
          <a:p>
            <a:pPr lvl="1" marL="743040" indent="-28548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Clr>
                <a:srgbClr val="2f5597"/>
              </a:buClr>
              <a:buFont typeface="Arial"/>
              <a:buChar char="•"/>
            </a:pPr>
            <a:r>
              <a:rPr b="0" lang="en-US" sz="1400" spc="-1" strike="noStrike">
                <a:solidFill>
                  <a:srgbClr val="2f5597"/>
                </a:solidFill>
                <a:latin typeface="Calibri"/>
              </a:rPr>
              <a:t>Kích vào mục </a:t>
            </a:r>
            <a:r>
              <a:rPr b="1" lang="en-US" sz="1400" spc="-1" strike="noStrike">
                <a:solidFill>
                  <a:srgbClr val="2f5597"/>
                </a:solidFill>
                <a:latin typeface="Calibri"/>
              </a:rPr>
              <a:t>“Thanh toán”</a:t>
            </a:r>
            <a:endParaRPr b="0" lang="en-US" sz="1400" spc="-1" strike="noStrike">
              <a:latin typeface="Arial"/>
            </a:endParaRPr>
          </a:p>
          <a:p>
            <a:pPr lvl="1" marL="743040" indent="-28548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Clr>
                <a:srgbClr val="2f5597"/>
              </a:buClr>
              <a:buFont typeface="Arial"/>
              <a:buChar char="•"/>
            </a:pPr>
            <a:r>
              <a:rPr b="0" lang="en-US" sz="1400" spc="-1" strike="noStrike">
                <a:solidFill>
                  <a:srgbClr val="2f5597"/>
                </a:solidFill>
                <a:latin typeface="Calibri"/>
              </a:rPr>
              <a:t>Chọn nhà cung cấp “</a:t>
            </a:r>
            <a:r>
              <a:rPr b="1" lang="en-US" sz="1400" spc="-1" strike="noStrike">
                <a:solidFill>
                  <a:srgbClr val="2f5597"/>
                </a:solidFill>
                <a:latin typeface="Calibri"/>
              </a:rPr>
              <a:t>Dịch vụ thanh toán học phí SISAP”</a:t>
            </a:r>
            <a:endParaRPr b="0" lang="en-US" sz="1400" spc="-1" strike="noStrike">
              <a:latin typeface="Arial"/>
            </a:endParaRPr>
          </a:p>
          <a:p>
            <a:pPr lvl="1" marL="743040" indent="-28548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Clr>
                <a:srgbClr val="2f5597"/>
              </a:buClr>
              <a:buFont typeface="Arial"/>
              <a:buChar char="•"/>
            </a:pPr>
            <a:r>
              <a:rPr b="0" lang="en-US" sz="1400" spc="-1" strike="noStrike">
                <a:solidFill>
                  <a:srgbClr val="2f5597"/>
                </a:solidFill>
                <a:latin typeface="Calibri"/>
              </a:rPr>
              <a:t>Phần mã Khách hàng, nhập Mã SISAP của con</a:t>
            </a:r>
            <a:endParaRPr b="0" lang="en-US" sz="1400" spc="-1" strike="noStrike">
              <a:latin typeface="Arial"/>
            </a:endParaRPr>
          </a:p>
          <a:p>
            <a:pPr lvl="1" marL="743040" indent="-28548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Clr>
                <a:srgbClr val="2f5597"/>
              </a:buClr>
              <a:buFont typeface="Arial"/>
              <a:buChar char="•"/>
            </a:pPr>
            <a:r>
              <a:rPr b="0" lang="en-US" sz="1400" spc="-1" strike="noStrike">
                <a:solidFill>
                  <a:srgbClr val="2f5597"/>
                </a:solidFill>
                <a:latin typeface="Calibri"/>
              </a:rPr>
              <a:t>Kích “</a:t>
            </a:r>
            <a:r>
              <a:rPr b="1" lang="en-US" sz="1400" spc="-1" strike="noStrike">
                <a:solidFill>
                  <a:srgbClr val="2f5597"/>
                </a:solidFill>
                <a:latin typeface="Calibri"/>
              </a:rPr>
              <a:t>Tiếp tục”</a:t>
            </a:r>
            <a:endParaRPr b="0" lang="en-US" sz="1400" spc="-1" strike="noStrike">
              <a:latin typeface="Arial"/>
            </a:endParaRPr>
          </a:p>
          <a:p>
            <a:pPr marL="285840" indent="-28548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Clr>
                <a:srgbClr val="2f5597"/>
              </a:buClr>
              <a:buFont typeface="Calibri Light"/>
              <a:buChar char="-"/>
            </a:pPr>
            <a:r>
              <a:rPr b="0" lang="en-US" sz="1400" spc="-1" strike="noStrike">
                <a:solidFill>
                  <a:srgbClr val="2f5597"/>
                </a:solidFill>
                <a:latin typeface="Calibri"/>
              </a:rPr>
              <a:t>Bước 2: Chọn hóa đơn cần thanh toán: </a:t>
            </a:r>
            <a:endParaRPr b="0" lang="en-US" sz="1400" spc="-1" strike="noStrike">
              <a:latin typeface="Arial"/>
            </a:endParaRPr>
          </a:p>
          <a:p>
            <a:pPr lvl="1" marL="743040" indent="-28548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Clr>
                <a:srgbClr val="2f5597"/>
              </a:buClr>
              <a:buFont typeface="Arial"/>
              <a:buChar char="•"/>
            </a:pPr>
            <a:r>
              <a:rPr b="0" lang="en-US" sz="1400" spc="-1" strike="noStrike">
                <a:solidFill>
                  <a:srgbClr val="2f5597"/>
                </a:solidFill>
                <a:latin typeface="Calibri"/>
              </a:rPr>
              <a:t>Kiểm tra thông tin họ tên con. </a:t>
            </a:r>
            <a:endParaRPr b="0" lang="en-US" sz="1400" spc="-1" strike="noStrike">
              <a:latin typeface="Arial"/>
            </a:endParaRPr>
          </a:p>
          <a:p>
            <a:pPr lvl="1" marL="743040" indent="-28548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Clr>
                <a:srgbClr val="2f5597"/>
              </a:buClr>
              <a:buFont typeface="Arial"/>
              <a:buChar char="•"/>
            </a:pPr>
            <a:r>
              <a:rPr b="0" lang="en-US" sz="1400" spc="-1" strike="noStrike">
                <a:solidFill>
                  <a:srgbClr val="2f5597"/>
                </a:solidFill>
                <a:latin typeface="Calibri"/>
              </a:rPr>
              <a:t>Lựa chọn đợt thu cần thanh toán. Mặc định hệ thống thanh toán hết các đợt thu chưa thanh toán</a:t>
            </a:r>
            <a:endParaRPr b="0" lang="en-US" sz="1400" spc="-1" strike="noStrike">
              <a:latin typeface="Arial"/>
            </a:endParaRPr>
          </a:p>
          <a:p>
            <a:pPr lvl="1" marL="743040" indent="-28548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Clr>
                <a:srgbClr val="2f5597"/>
              </a:buClr>
              <a:buFont typeface="Arial"/>
              <a:buChar char="•"/>
            </a:pPr>
            <a:r>
              <a:rPr b="0" lang="en-US" sz="1400" spc="-1" strike="noStrike">
                <a:solidFill>
                  <a:srgbClr val="2f5597"/>
                </a:solidFill>
                <a:latin typeface="Calibri"/>
              </a:rPr>
              <a:t>Kích</a:t>
            </a:r>
            <a:r>
              <a:rPr b="1" lang="en-US" sz="1400" spc="-1" strike="noStrike">
                <a:solidFill>
                  <a:srgbClr val="2f5597"/>
                </a:solidFill>
                <a:latin typeface="Calibri"/>
              </a:rPr>
              <a:t> “Thanh toán”</a:t>
            </a:r>
            <a:endParaRPr b="0" lang="en-US" sz="14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1" lang="en-US" sz="1400" spc="-1" strike="noStrike">
                <a:solidFill>
                  <a:srgbClr val="2f5597"/>
                </a:solidFill>
                <a:latin typeface="Calibri"/>
              </a:rPr>
              <a:t>- </a:t>
            </a:r>
            <a:r>
              <a:rPr b="0" lang="en-US" sz="1400" spc="-1" strike="noStrike">
                <a:solidFill>
                  <a:srgbClr val="2f5597"/>
                </a:solidFill>
                <a:latin typeface="Calibri"/>
              </a:rPr>
              <a:t>Bước 3: Nhập OTP</a:t>
            </a:r>
            <a:endParaRPr b="0" lang="en-US" sz="14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1" lang="en-US" sz="1400" spc="-1" strike="noStrike">
                <a:solidFill>
                  <a:srgbClr val="2f5597"/>
                </a:solidFill>
                <a:latin typeface="Calibri"/>
              </a:rPr>
              <a:t>=&gt; Kết quả: </a:t>
            </a:r>
            <a:r>
              <a:rPr b="0" lang="en-US" sz="1400" spc="-1" strike="noStrike">
                <a:solidFill>
                  <a:srgbClr val="2f5597"/>
                </a:solidFill>
                <a:latin typeface="Calibri"/>
              </a:rPr>
              <a:t>Hệ thống thông báo thanh toán thành công, nhà trường sẽ tự động ghi nhận khoản tiền phụ huynh đã nộp tiền</a:t>
            </a:r>
            <a:r>
              <a:rPr b="1" lang="en-US" sz="1400" spc="-1" strike="noStrike">
                <a:solidFill>
                  <a:srgbClr val="2f5597"/>
                </a:solidFill>
                <a:latin typeface="Calibri"/>
              </a:rPr>
              <a:t> </a:t>
            </a:r>
            <a:endParaRPr b="0" lang="en-US" sz="14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endParaRPr b="0" lang="en-US" sz="14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endParaRPr b="0" lang="en-US" sz="1400" spc="-1" strike="noStrike">
              <a:latin typeface="Arial"/>
            </a:endParaRPr>
          </a:p>
        </p:txBody>
      </p:sp>
      <p:pic>
        <p:nvPicPr>
          <p:cNvPr id="145" name="Picture 2" descr=""/>
          <p:cNvPicPr/>
          <p:nvPr/>
        </p:nvPicPr>
        <p:blipFill>
          <a:blip r:embed="rId2"/>
          <a:stretch/>
        </p:blipFill>
        <p:spPr>
          <a:xfrm>
            <a:off x="7418880" y="1686240"/>
            <a:ext cx="4291200" cy="2561040"/>
          </a:xfrm>
          <a:prstGeom prst="rect">
            <a:avLst/>
          </a:prstGeom>
          <a:ln w="6480">
            <a:solidFill>
              <a:schemeClr val="tx1"/>
            </a:solidFill>
            <a:round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TextShape 1"/>
          <p:cNvSpPr txBox="1"/>
          <p:nvPr/>
        </p:nvSpPr>
        <p:spPr>
          <a:xfrm>
            <a:off x="1457640" y="2185200"/>
            <a:ext cx="9143640" cy="896400"/>
          </a:xfrm>
          <a:prstGeom prst="rect">
            <a:avLst/>
          </a:prstGeom>
          <a:noFill/>
          <a:ln>
            <a:noFill/>
          </a:ln>
        </p:spPr>
        <p:txBody>
          <a:bodyPr anchor="ctr">
            <a:normAutofit/>
          </a:bodyPr>
          <a:p>
            <a:pPr algn="ctr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</a:pPr>
            <a:r>
              <a:rPr b="1" lang="en-US" sz="4200" spc="-1" strike="noStrike">
                <a:solidFill>
                  <a:srgbClr val="ffffff"/>
                </a:solidFill>
                <a:latin typeface="Arial"/>
              </a:rPr>
              <a:t>Tra cứu lịch sử giao dịch</a:t>
            </a:r>
            <a:endParaRPr b="0" lang="en-US" sz="4200" spc="-1" strike="noStrike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147" name="Picture 2" descr=""/>
          <p:cNvPicPr/>
          <p:nvPr/>
        </p:nvPicPr>
        <p:blipFill>
          <a:blip r:embed="rId1"/>
          <a:stretch/>
        </p:blipFill>
        <p:spPr>
          <a:xfrm>
            <a:off x="3734280" y="-8280"/>
            <a:ext cx="4590000" cy="107568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CustomShape 1"/>
          <p:cNvSpPr/>
          <p:nvPr/>
        </p:nvSpPr>
        <p:spPr>
          <a:xfrm>
            <a:off x="85680" y="747000"/>
            <a:ext cx="6198480" cy="1035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marL="343080" indent="-34272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Clr>
                <a:srgbClr val="2f5597"/>
              </a:buClr>
              <a:buFont typeface="StarSymbol"/>
              <a:buAutoNum type="arabicPeriod"/>
            </a:pPr>
            <a:r>
              <a:rPr b="1" lang="en-US" sz="1400" spc="-1" strike="noStrike">
                <a:solidFill>
                  <a:srgbClr val="2f5597"/>
                </a:solidFill>
                <a:latin typeface="Calibri"/>
              </a:rPr>
              <a:t>Tình huống sử dụng: </a:t>
            </a:r>
            <a:endParaRPr b="0" lang="en-US" sz="1400" spc="-1" strike="noStrike">
              <a:latin typeface="Arial"/>
            </a:endParaRPr>
          </a:p>
          <a:p>
            <a:pPr marL="285840" indent="-28548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Clr>
                <a:srgbClr val="2f5597"/>
              </a:buClr>
              <a:buFont typeface="StarSymbol"/>
              <a:buChar char="-"/>
            </a:pPr>
            <a:r>
              <a:rPr b="0" lang="en-US" sz="1400" spc="-1" strike="noStrike">
                <a:solidFill>
                  <a:srgbClr val="2f5597"/>
                </a:solidFill>
                <a:latin typeface="Calibri"/>
              </a:rPr>
              <a:t>Khi khách hàng kiểm tra các giao dịch đã thành công hay chưa</a:t>
            </a:r>
            <a:endParaRPr b="0" lang="en-US" sz="1400" spc="-1" strike="noStrike">
              <a:latin typeface="Arial"/>
            </a:endParaRPr>
          </a:p>
          <a:p>
            <a:pPr marL="285840" indent="-28548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Clr>
                <a:srgbClr val="2f5597"/>
              </a:buClr>
              <a:buFont typeface="StarSymbol"/>
              <a:buChar char="-"/>
            </a:pPr>
            <a:r>
              <a:rPr b="0" lang="en-US" sz="1400" spc="-1" strike="noStrike">
                <a:solidFill>
                  <a:srgbClr val="2f5597"/>
                </a:solidFill>
                <a:latin typeface="Calibri"/>
              </a:rPr>
              <a:t>Kiểm tra lại các giao dịch đã làm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49" name="CustomShape 2"/>
          <p:cNvSpPr/>
          <p:nvPr/>
        </p:nvSpPr>
        <p:spPr>
          <a:xfrm>
            <a:off x="624960" y="200160"/>
            <a:ext cx="10515240" cy="4388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90000"/>
              </a:lnSpc>
            </a:pPr>
            <a:r>
              <a:rPr b="1" lang="en-US" sz="2800" spc="-1" strike="noStrike">
                <a:solidFill>
                  <a:srgbClr val="2e75b6"/>
                </a:solidFill>
                <a:latin typeface="Arial"/>
              </a:rPr>
              <a:t>Tra cứu lịch sử giao dịch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150" name="Line 3"/>
          <p:cNvSpPr/>
          <p:nvPr/>
        </p:nvSpPr>
        <p:spPr>
          <a:xfrm>
            <a:off x="624960" y="656280"/>
            <a:ext cx="10268280" cy="43920"/>
          </a:xfrm>
          <a:prstGeom prst="line">
            <a:avLst/>
          </a:prstGeom>
          <a:ln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pic>
        <p:nvPicPr>
          <p:cNvPr id="151" name="Image 1" descr=""/>
          <p:cNvPicPr/>
          <p:nvPr/>
        </p:nvPicPr>
        <p:blipFill>
          <a:blip r:embed="rId1"/>
          <a:stretch/>
        </p:blipFill>
        <p:spPr>
          <a:xfrm>
            <a:off x="10291320" y="155520"/>
            <a:ext cx="1820880" cy="528480"/>
          </a:xfrm>
          <a:prstGeom prst="rect">
            <a:avLst/>
          </a:prstGeom>
          <a:ln>
            <a:noFill/>
          </a:ln>
        </p:spPr>
      </p:pic>
      <p:sp>
        <p:nvSpPr>
          <p:cNvPr id="152" name="CustomShape 4"/>
          <p:cNvSpPr/>
          <p:nvPr/>
        </p:nvSpPr>
        <p:spPr>
          <a:xfrm>
            <a:off x="85680" y="1793520"/>
            <a:ext cx="7079400" cy="25578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marL="343080" indent="-34272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Clr>
                <a:srgbClr val="2f5597"/>
              </a:buClr>
              <a:buFont typeface="Calibri Light"/>
              <a:buAutoNum type="arabicPeriod" startAt="2"/>
            </a:pPr>
            <a:r>
              <a:rPr b="1" lang="en-US" sz="1400" spc="-1" strike="noStrike">
                <a:solidFill>
                  <a:srgbClr val="2f5597"/>
                </a:solidFill>
                <a:latin typeface="Calibri"/>
              </a:rPr>
              <a:t>Cách thức thực hiện:</a:t>
            </a:r>
            <a:endParaRPr b="0" lang="en-US" sz="1400" spc="-1" strike="noStrike">
              <a:latin typeface="Arial"/>
            </a:endParaRPr>
          </a:p>
          <a:p>
            <a:pPr marL="285840" indent="-28548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Clr>
                <a:srgbClr val="2f5597"/>
              </a:buClr>
              <a:buFont typeface="Calibri Light"/>
              <a:buChar char="-"/>
            </a:pPr>
            <a:r>
              <a:rPr b="0" lang="en-US" sz="1400" spc="-1" strike="noStrike">
                <a:solidFill>
                  <a:srgbClr val="2f5597"/>
                </a:solidFill>
                <a:latin typeface="Calibri"/>
              </a:rPr>
              <a:t>Kích vào mục </a:t>
            </a:r>
            <a:r>
              <a:rPr b="1" lang="en-US" sz="1400" spc="-1" strike="noStrike">
                <a:solidFill>
                  <a:srgbClr val="2f5597"/>
                </a:solidFill>
                <a:latin typeface="Calibri"/>
              </a:rPr>
              <a:t>“Hoạt động”</a:t>
            </a:r>
            <a:endParaRPr b="0" lang="en-US" sz="1400" spc="-1" strike="noStrike">
              <a:latin typeface="Arial"/>
            </a:endParaRPr>
          </a:p>
          <a:p>
            <a:pPr marL="285840" indent="-28548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Clr>
                <a:srgbClr val="2f5597"/>
              </a:buClr>
              <a:buFont typeface="Calibri Light"/>
              <a:buChar char="-"/>
            </a:pPr>
            <a:r>
              <a:rPr b="0" lang="en-US" sz="1400" spc="-1" strike="noStrike">
                <a:solidFill>
                  <a:srgbClr val="2f5597"/>
                </a:solidFill>
                <a:latin typeface="Calibri"/>
              </a:rPr>
              <a:t>Chọn khoảng thời gian cần xem lịch sử</a:t>
            </a:r>
            <a:endParaRPr b="0" lang="en-US" sz="1400" spc="-1" strike="noStrike">
              <a:latin typeface="Arial"/>
            </a:endParaRPr>
          </a:p>
          <a:p>
            <a:pPr marL="285840" indent="-28548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Clr>
                <a:srgbClr val="2f5597"/>
              </a:buClr>
              <a:buFont typeface="Calibri Light"/>
              <a:buChar char="-"/>
            </a:pPr>
            <a:r>
              <a:rPr b="0" lang="en-US" sz="1400" spc="-1" strike="noStrike">
                <a:solidFill>
                  <a:srgbClr val="2f5597"/>
                </a:solidFill>
                <a:latin typeface="Calibri"/>
              </a:rPr>
              <a:t>“</a:t>
            </a:r>
            <a:r>
              <a:rPr b="0" lang="en-US" sz="1400" spc="-1" strike="noStrike">
                <a:solidFill>
                  <a:srgbClr val="2f5597"/>
                </a:solidFill>
                <a:latin typeface="Calibri"/>
              </a:rPr>
              <a:t>Tìm kiếm hoạt động gần đây”: cho phép tìm kiếm giao dịch theo loại Thanh toán/nạp tiền/rút tiền/chuyển tiền, hoặc tìm kiếm giao dịch theo số tiền, mã giao dịch</a:t>
            </a:r>
            <a:endParaRPr b="0" lang="en-US" sz="14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endParaRPr b="0" lang="en-US" sz="14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endParaRPr b="0" lang="en-US" sz="1400" spc="-1" strike="noStrike">
              <a:latin typeface="Arial"/>
            </a:endParaRPr>
          </a:p>
        </p:txBody>
      </p:sp>
      <p:grpSp>
        <p:nvGrpSpPr>
          <p:cNvPr id="153" name="Group 5"/>
          <p:cNvGrpSpPr/>
          <p:nvPr/>
        </p:nvGrpSpPr>
        <p:grpSpPr>
          <a:xfrm>
            <a:off x="7406640" y="747000"/>
            <a:ext cx="4579920" cy="2985120"/>
            <a:chOff x="7406640" y="747000"/>
            <a:chExt cx="4579920" cy="2985120"/>
          </a:xfrm>
        </p:grpSpPr>
        <p:pic>
          <p:nvPicPr>
            <p:cNvPr id="154" name="Picture 1" descr=""/>
            <p:cNvPicPr/>
            <p:nvPr/>
          </p:nvPicPr>
          <p:blipFill>
            <a:blip r:embed="rId2"/>
            <a:srcRect l="2472" t="0" r="7979" b="15168"/>
            <a:stretch/>
          </p:blipFill>
          <p:spPr>
            <a:xfrm>
              <a:off x="7406640" y="747000"/>
              <a:ext cx="4579920" cy="2985120"/>
            </a:xfrm>
            <a:prstGeom prst="rect">
              <a:avLst/>
            </a:prstGeom>
            <a:ln w="6480">
              <a:solidFill>
                <a:schemeClr val="tx1"/>
              </a:solidFill>
              <a:round/>
            </a:ln>
          </p:spPr>
        </p:pic>
        <p:sp>
          <p:nvSpPr>
            <p:cNvPr id="155" name="CustomShape 6"/>
            <p:cNvSpPr/>
            <p:nvPr/>
          </p:nvSpPr>
          <p:spPr>
            <a:xfrm>
              <a:off x="10721880" y="772560"/>
              <a:ext cx="520920" cy="283320"/>
            </a:xfrm>
            <a:prstGeom prst="rect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TextShape 1"/>
          <p:cNvSpPr txBox="1"/>
          <p:nvPr/>
        </p:nvSpPr>
        <p:spPr>
          <a:xfrm>
            <a:off x="1723680" y="2817000"/>
            <a:ext cx="9143640" cy="896400"/>
          </a:xfrm>
          <a:prstGeom prst="rect">
            <a:avLst/>
          </a:prstGeom>
          <a:noFill/>
          <a:ln>
            <a:noFill/>
          </a:ln>
        </p:spPr>
        <p:txBody>
          <a:bodyPr anchor="ctr">
            <a:normAutofit/>
          </a:bodyPr>
          <a:p>
            <a:pPr algn="ctr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</a:pPr>
            <a:r>
              <a:rPr b="1" lang="en-US" sz="4200" spc="-1" strike="noStrike">
                <a:solidFill>
                  <a:srgbClr val="ffffff"/>
                </a:solidFill>
                <a:latin typeface="Arial"/>
              </a:rPr>
              <a:t>THANK YOU!</a:t>
            </a:r>
            <a:endParaRPr b="0" lang="en-US" sz="4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229</TotalTime>
  <Application>LibreOffice/6.4.7.2$Linux_X86_64 LibreOffice_project/40$Build-2</Application>
  <Words>852</Words>
  <Paragraphs>90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2021-06-15T09:42:00Z</dcterms:created>
  <dc:creator>Tuan Bui</dc:creator>
  <dc:description/>
  <dc:language>en-US</dc:language>
  <cp:lastModifiedBy/>
  <dcterms:modified xsi:type="dcterms:W3CDTF">2021-07-12T08:20:43Z</dcterms:modified>
  <cp:revision>19</cp:revision>
  <dc:subject/>
  <dc:title>PowerPoint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HiddenSlides">
    <vt:i4>0</vt:i4>
  </property>
  <property fmtid="{D5CDD505-2E9C-101B-9397-08002B2CF9AE}" pid="4" name="HyperlinksChanged">
    <vt:bool>0</vt:bool>
  </property>
  <property fmtid="{D5CDD505-2E9C-101B-9397-08002B2CF9AE}" pid="5" name="LinksUpToDate">
    <vt:bool>0</vt:bool>
  </property>
  <property fmtid="{D5CDD505-2E9C-101B-9397-08002B2CF9AE}" pid="6" name="MMClips">
    <vt:i4>0</vt:i4>
  </property>
  <property fmtid="{D5CDD505-2E9C-101B-9397-08002B2CF9AE}" pid="7" name="Notes">
    <vt:i4>0</vt:i4>
  </property>
  <property fmtid="{D5CDD505-2E9C-101B-9397-08002B2CF9AE}" pid="8" name="PresentationFormat">
    <vt:lpwstr>Widescreen</vt:lpwstr>
  </property>
  <property fmtid="{D5CDD505-2E9C-101B-9397-08002B2CF9AE}" pid="9" name="ScaleCrop">
    <vt:bool>0</vt:bool>
  </property>
  <property fmtid="{D5CDD505-2E9C-101B-9397-08002B2CF9AE}" pid="10" name="ShareDoc">
    <vt:bool>0</vt:bool>
  </property>
  <property fmtid="{D5CDD505-2E9C-101B-9397-08002B2CF9AE}" pid="11" name="Slides">
    <vt:i4>17</vt:i4>
  </property>
</Properties>
</file>